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4" r:id="rId59"/>
    <p:sldId id="315" r:id="rId60"/>
    <p:sldId id="316" r:id="rId61"/>
    <p:sldId id="317" r:id="rId62"/>
    <p:sldId id="318" r:id="rId63"/>
    <p:sldId id="321" r:id="rId64"/>
    <p:sldId id="322" r:id="rId65"/>
    <p:sldId id="319" r:id="rId66"/>
    <p:sldId id="320" r:id="rId67"/>
    <p:sldId id="323" r:id="rId68"/>
    <p:sldId id="324" r:id="rId69"/>
    <p:sldId id="326" r:id="rId70"/>
    <p:sldId id="325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50" r:id="rId93"/>
    <p:sldId id="349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  <p:sldId id="390" r:id="rId132"/>
    <p:sldId id="389" r:id="rId133"/>
    <p:sldId id="391" r:id="rId134"/>
    <p:sldId id="392" r:id="rId135"/>
    <p:sldId id="395" r:id="rId136"/>
    <p:sldId id="396" r:id="rId137"/>
    <p:sldId id="397" r:id="rId138"/>
    <p:sldId id="393" r:id="rId139"/>
    <p:sldId id="400" r:id="rId140"/>
    <p:sldId id="398" r:id="rId141"/>
    <p:sldId id="399" r:id="rId142"/>
    <p:sldId id="401" r:id="rId143"/>
    <p:sldId id="402" r:id="rId144"/>
    <p:sldId id="403" r:id="rId145"/>
    <p:sldId id="405" r:id="rId146"/>
    <p:sldId id="404" r:id="rId147"/>
    <p:sldId id="406" r:id="rId148"/>
    <p:sldId id="407" r:id="rId149"/>
    <p:sldId id="408" r:id="rId150"/>
    <p:sldId id="409" r:id="rId151"/>
    <p:sldId id="410" r:id="rId152"/>
    <p:sldId id="411" r:id="rId153"/>
    <p:sldId id="412" r:id="rId154"/>
    <p:sldId id="413" r:id="rId155"/>
    <p:sldId id="414" r:id="rId156"/>
    <p:sldId id="415" r:id="rId157"/>
    <p:sldId id="416" r:id="rId158"/>
    <p:sldId id="417" r:id="rId159"/>
    <p:sldId id="418" r:id="rId160"/>
    <p:sldId id="419" r:id="rId161"/>
    <p:sldId id="420" r:id="rId162"/>
    <p:sldId id="421" r:id="rId163"/>
    <p:sldId id="422" r:id="rId164"/>
    <p:sldId id="423" r:id="rId165"/>
    <p:sldId id="424" r:id="rId166"/>
    <p:sldId id="425" r:id="rId167"/>
    <p:sldId id="426" r:id="rId168"/>
    <p:sldId id="427" r:id="rId169"/>
    <p:sldId id="428" r:id="rId170"/>
    <p:sldId id="429" r:id="rId171"/>
    <p:sldId id="431" r:id="rId172"/>
    <p:sldId id="430" r:id="rId173"/>
    <p:sldId id="432" r:id="rId174"/>
    <p:sldId id="433" r:id="rId175"/>
    <p:sldId id="434" r:id="rId176"/>
    <p:sldId id="435" r:id="rId177"/>
    <p:sldId id="436" r:id="rId178"/>
    <p:sldId id="437" r:id="rId179"/>
    <p:sldId id="439" r:id="rId180"/>
    <p:sldId id="440" r:id="rId181"/>
    <p:sldId id="441" r:id="rId182"/>
    <p:sldId id="442" r:id="rId183"/>
    <p:sldId id="443" r:id="rId184"/>
    <p:sldId id="444" r:id="rId185"/>
    <p:sldId id="445" r:id="rId186"/>
    <p:sldId id="446" r:id="rId187"/>
    <p:sldId id="447" r:id="rId188"/>
    <p:sldId id="448" r:id="rId189"/>
    <p:sldId id="449" r:id="rId190"/>
    <p:sldId id="450" r:id="rId191"/>
    <p:sldId id="451" r:id="rId192"/>
    <p:sldId id="452" r:id="rId193"/>
    <p:sldId id="453" r:id="rId194"/>
    <p:sldId id="454" r:id="rId195"/>
    <p:sldId id="455" r:id="rId196"/>
    <p:sldId id="456" r:id="rId197"/>
    <p:sldId id="457" r:id="rId198"/>
    <p:sldId id="458" r:id="rId199"/>
    <p:sldId id="459" r:id="rId200"/>
    <p:sldId id="460" r:id="rId201"/>
    <p:sldId id="461" r:id="rId20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0F45"/>
    <a:srgbClr val="D83CCD"/>
    <a:srgbClr val="7D1976"/>
    <a:srgbClr val="FF0101"/>
    <a:srgbClr val="008000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9155" autoAdjust="0"/>
    <p:restoredTop sz="99506" autoAdjust="0"/>
  </p:normalViewPr>
  <p:slideViewPr>
    <p:cSldViewPr>
      <p:cViewPr varScale="1">
        <p:scale>
          <a:sx n="66" d="100"/>
          <a:sy n="66" d="100"/>
        </p:scale>
        <p:origin x="31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86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tableStyles" Target="tableStyle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834E-E51B-F68C-6D84-B75A2D741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C0A4F-747B-2046-3D0B-50F602A96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C82E2-14CC-8E3E-45D7-DC412F92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DDEF2-4D0A-2A38-675F-3B8D8E5F9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1EFF6-8824-E54E-921D-9D90C0BC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A339D-F8B2-48C5-B3C0-A932F13CDD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0076861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2DDF5-B550-20D7-7F09-C284CC59D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8EAF4-B21B-D43C-3B1E-61E13EA31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949FB-C38A-86FB-07ED-12A3EC24D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7CBA-7213-4104-C666-1071EAB8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6588-998D-4A09-BF11-681C397B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C1A8B7-A4E3-43D6-8FBB-C71DD21A4A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1854449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7843-2131-4FAE-FB1A-6F12E6A7C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6AAA5-6A93-4FDF-8970-0E91E7070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7B345-8BEB-78F2-1471-503C6EEF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22E63-17CB-F706-3DEB-02D73CCF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174E6-20CF-F2E5-2228-A029BB1F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B28080-210B-45EE-94DD-CF2BDE4EC7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274989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EDAE-EA58-9F1C-51E1-22AB17F29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531E-99E7-5484-29CE-074378CEE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C24F8-933A-FC23-3CB9-889A16CBA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588BB-3CF7-226F-145C-D772C142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9A04E-1D6E-A45D-0930-DCA63A859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856E2-ED91-A93A-907D-48406BDD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F8F4D6-E566-408D-B7FD-BC6139D17A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6470879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CAA48-4E8A-7CEF-8B1E-F555C9C73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F314F-18DB-FEAC-367E-574452A4D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54824-2108-BD86-F6AB-3335A3A85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C795A-2F6A-D087-8FD7-CCF90C9A0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694A6-ED57-A349-E58E-F0B1DE877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976583-7178-9F23-23C6-E105FC76E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5FDBB4-6056-7C33-C953-B920A7B8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35838-E5C4-0311-A1CB-1D34584A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032964-3785-4C3B-AD09-02769C7A42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444042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38C9-61AE-DF49-B0D1-1CC525BE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1AC94-D41F-CA49-6FE2-C5C590FB1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50EAA-2766-490F-AFB3-CEFB8B04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79828-0548-A421-06F7-00AC7C733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6BF2-06D6-40B1-A963-3550BE264C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0070307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0C87A0-7443-B0B4-6CBD-7BCBB7870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43AC5-4A67-6FCA-8CEA-4D9802FDE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1FEE0-E280-8DAB-2C2D-E085B4CE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4E3640-057D-4427-9912-6CD3DF8552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3069637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C6BD-A76E-213F-22E9-82F38A12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00B1-1094-8A15-0FA7-6BCFC9EF3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554D7-744B-D0D6-1F1E-AF9691AD8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DB7F0-D202-31A4-69BC-D922697F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C411F-9925-A960-87BE-9918B891C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FF4E0-EB4F-FC9C-14E4-B05DF302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24311D-6383-4207-BA3F-EBAB5DF14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978208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113F-6F4D-7BC5-95DD-1520F227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19F89-9904-2506-A1FE-E139F5450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25412-72CF-1024-ABE2-B8843D755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2CA8C-D854-DF31-9320-D2AF83C8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04604-4B1E-265A-62F3-CF4828F3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C7E2E-8153-3E6D-2471-8F28F314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DC0DC6-B3E6-4BF9-B057-7DC9D96208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8952265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0438-9938-C465-1D68-F2376AE92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3D0DB-D6FB-5682-4912-5A5F7A429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15041-4D7F-4CBA-2F1E-90C64E17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AE064-7067-F7C0-492D-4EB066C8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E9921-65DD-B5BB-0B8C-86AB2E66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D3456-F932-471F-8F18-9CFA5C987E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7359422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A2DF63-D564-09E8-1EDA-D31EB9E69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A90EE-C0CA-E9B8-7BE7-CC2B58BBA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56D98-F727-0B24-F56E-9BE9EA42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9CB42-EC3A-E16F-F2CD-9EA66D7E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26773-73A6-EFA9-6A44-2F778A7D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36C59-02E1-416E-896C-7D0E181740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8295563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593610-F76B-C08A-5ED1-16FFD1CE23A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16959-6997-88E6-D8BA-77FC980A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9CE82-F8B2-CE4B-D017-B6071E755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92B4E-7DD4-8713-4304-F1570AC45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E55ABC5-048B-4F98-9AE0-31455878FD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2327772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BBB815-7E3E-83F1-CA11-3F3818A19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BBF87B-018E-32F1-4C28-88AB71598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088B20-6EEC-91C6-611C-FEDE8C400D5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904843D-32C2-1100-EA8F-EBEF8AA25C7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E6A5B3-BCB3-2E6A-3A8C-C334156F31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C0EFE80-8681-49FA-96AF-6FF7F408950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advClick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1.xml"/><Relationship Id="rId1" Type="http://schemas.openxmlformats.org/officeDocument/2006/relationships/audio" Target="file:///\\mmsfps-01\student$\Yang.Shiny\Shiny%20yang%20per.1\GoblinsRPG3%20folder\titlesong.wma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3.wav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7.xml"/><Relationship Id="rId4" Type="http://schemas.openxmlformats.org/officeDocument/2006/relationships/slide" Target="slide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8.xml"/><Relationship Id="rId4" Type="http://schemas.openxmlformats.org/officeDocument/2006/relationships/slide" Target="slide3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2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2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8.xml"/><Relationship Id="rId4" Type="http://schemas.openxmlformats.org/officeDocument/2006/relationships/slide" Target="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4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7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slide" Target="slide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0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4.wav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0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0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38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3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3.xml"/><Relationship Id="rId5" Type="http://schemas.openxmlformats.org/officeDocument/2006/relationships/image" Target="../media/image15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9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slide" Target="slide4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3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2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slide" Target="slide4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slide" Target="slide55.xml"/><Relationship Id="rId4" Type="http://schemas.openxmlformats.org/officeDocument/2006/relationships/slide" Target="slide5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slide" Target="slide54.xml"/><Relationship Id="rId4" Type="http://schemas.openxmlformats.org/officeDocument/2006/relationships/slide" Target="slide5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Relationship Id="rId5" Type="http://schemas.openxmlformats.org/officeDocument/2006/relationships/image" Target="../media/image2.png"/><Relationship Id="rId4" Type="http://schemas.openxmlformats.org/officeDocument/2006/relationships/slide" Target="slide5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66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slide" Target="slide7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slide" Target="slide72.xml"/><Relationship Id="rId5" Type="http://schemas.openxmlformats.org/officeDocument/2006/relationships/slide" Target="slide70.xml"/><Relationship Id="rId4" Type="http://schemas.openxmlformats.org/officeDocument/2006/relationships/slide" Target="slide6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slide" Target="slide72.xml"/><Relationship Id="rId4" Type="http://schemas.openxmlformats.org/officeDocument/2006/relationships/slide" Target="slide7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69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69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74.xml"/><Relationship Id="rId4" Type="http://schemas.openxmlformats.org/officeDocument/2006/relationships/slide" Target="slide7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72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5.wav"/><Relationship Id="rId5" Type="http://schemas.openxmlformats.org/officeDocument/2006/relationships/slide" Target="slide72.xml"/><Relationship Id="rId4" Type="http://schemas.openxmlformats.org/officeDocument/2006/relationships/image" Target="../media/image52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82.xml"/><Relationship Id="rId5" Type="http://schemas.openxmlformats.org/officeDocument/2006/relationships/slide" Target="slide80.xml"/><Relationship Id="rId4" Type="http://schemas.openxmlformats.org/officeDocument/2006/relationships/slide" Target="slide8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Relationship Id="rId5" Type="http://schemas.openxmlformats.org/officeDocument/2006/relationships/slide" Target="slide93.xml"/><Relationship Id="rId4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slide" Target="slide84.xml"/><Relationship Id="rId4" Type="http://schemas.openxmlformats.org/officeDocument/2006/relationships/image" Target="../media/image1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slide" Target="slide85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91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87.xml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88.xml"/><Relationship Id="rId5" Type="http://schemas.openxmlformats.org/officeDocument/2006/relationships/slide" Target="slide82.xml"/><Relationship Id="rId4" Type="http://schemas.openxmlformats.org/officeDocument/2006/relationships/slide" Target="slide8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89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94.xml"/><Relationship Id="rId5" Type="http://schemas.openxmlformats.org/officeDocument/2006/relationships/slide" Target="slide97.xml"/><Relationship Id="rId4" Type="http://schemas.openxmlformats.org/officeDocument/2006/relationships/slide" Target="slide9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100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97.xml"/><Relationship Id="rId4" Type="http://schemas.openxmlformats.org/officeDocument/2006/relationships/slide" Target="slide9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96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Relationship Id="rId5" Type="http://schemas.openxmlformats.org/officeDocument/2006/relationships/slide" Target="slide98.xml"/><Relationship Id="rId4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slide" Target="slide96.xml"/><Relationship Id="rId4" Type="http://schemas.openxmlformats.org/officeDocument/2006/relationships/image" Target="../media/image62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" Target="slide99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" Target="slide103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05.xml"/><Relationship Id="rId4" Type="http://schemas.openxmlformats.org/officeDocument/2006/relationships/slide" Target="slide10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09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\\mmsfps-01\student$\Yang.Shiny\Shiny%20yang%20per.1\GoblinsRPG3%20folder\rocksong.wma" TargetMode="External"/><Relationship Id="rId6" Type="http://schemas.openxmlformats.org/officeDocument/2006/relationships/image" Target="../media/image2.png"/><Relationship Id="rId5" Type="http://schemas.openxmlformats.org/officeDocument/2006/relationships/slide" Target="slide105.xml"/><Relationship Id="rId4" Type="http://schemas.openxmlformats.org/officeDocument/2006/relationships/slide" Target="slide10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" Target="slide106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0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" Target="slide107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7" Type="http://schemas.openxmlformats.org/officeDocument/2006/relationships/image" Target="../media/image71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slide" Target="slide108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7" Type="http://schemas.openxmlformats.org/officeDocument/2006/relationships/slide" Target="slide110.xm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7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11.xml"/><Relationship Id="rId5" Type="http://schemas.openxmlformats.org/officeDocument/2006/relationships/slide" Target="slide102.xml"/><Relationship Id="rId4" Type="http://schemas.openxmlformats.org/officeDocument/2006/relationships/image" Target="../media/image7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" Target="slide115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13.xml"/><Relationship Id="rId5" Type="http://schemas.openxmlformats.org/officeDocument/2006/relationships/slide" Target="slide117.xml"/><Relationship Id="rId4" Type="http://schemas.openxmlformats.org/officeDocument/2006/relationships/slide" Target="slide114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" Target="slide114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17.xml"/><Relationship Id="rId4" Type="http://schemas.openxmlformats.org/officeDocument/2006/relationships/slide" Target="slide115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49.xml"/><Relationship Id="rId4" Type="http://schemas.openxmlformats.org/officeDocument/2006/relationships/image" Target="../media/image8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19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20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" Target="slide121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40.xml"/><Relationship Id="rId4" Type="http://schemas.openxmlformats.org/officeDocument/2006/relationships/slide" Target="slide14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" Target="slide138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30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" Target="slide124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28.xml"/><Relationship Id="rId4" Type="http://schemas.openxmlformats.org/officeDocument/2006/relationships/slide" Target="slide12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27.xml"/><Relationship Id="rId5" Type="http://schemas.openxmlformats.org/officeDocument/2006/relationships/image" Target="../media/image85.png"/><Relationship Id="rId4" Type="http://schemas.openxmlformats.org/officeDocument/2006/relationships/image" Target="../media/image8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72.xml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" Target="slide133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" Target="slide136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slide" Target="slide127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" Target="slide136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28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slide" Target="slide137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42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" Target="slide133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43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37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" Target="slide151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67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53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" Target="slide154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6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" Target="slide157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26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" Target="slide160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26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" Target="slide165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slide" Target="slide127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9.xml"/><Relationship Id="rId5" Type="http://schemas.openxmlformats.org/officeDocument/2006/relationships/image" Target="../media/image84.png"/><Relationship Id="rId4" Type="http://schemas.openxmlformats.org/officeDocument/2006/relationships/image" Target="../media/image8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" Target="slide170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slide" Target="slide127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" Target="slide173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74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" Target="slide172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" Target="slide175.xm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76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" Target="slide174.xm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" Target="slide177.xm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" Target="slide178.xml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" Target="slide177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79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slide" Target="slide17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80.xml"/><Relationship Id="rId4" Type="http://schemas.openxmlformats.org/officeDocument/2006/relationships/slide" Target="slide178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slide" Target="slide17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81.xml"/><Relationship Id="rId4" Type="http://schemas.openxmlformats.org/officeDocument/2006/relationships/slide" Target="slide179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" Target="slide180.xml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8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" Target="slide174.xml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83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" Target="slide184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" Target="slide191.xml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95.xml"/><Relationship Id="rId4" Type="http://schemas.openxmlformats.org/officeDocument/2006/relationships/slide" Target="slide194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\\mmsfps-01\student$\Yang.Shiny\Shiny%20yang%20per.1\GoblinsRPG3%20folder\Ffvictory.mid" TargetMode="External"/><Relationship Id="rId5" Type="http://schemas.openxmlformats.org/officeDocument/2006/relationships/image" Target="../media/image2.png"/><Relationship Id="rId4" Type="http://schemas.openxmlformats.org/officeDocument/2006/relationships/slide" Target="slide198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92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96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4.wav"/><Relationship Id="rId4" Type="http://schemas.openxmlformats.org/officeDocument/2006/relationships/image" Target="../media/image2.png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slide" Target="slide201.xml"/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10" Type="http://schemas.openxmlformats.org/officeDocument/2006/relationships/slide" Target="slide200.xml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7" name="Rectangle 5">
            <a:extLst>
              <a:ext uri="{FF2B5EF4-FFF2-40B4-BE49-F238E27FC236}">
                <a16:creationId xmlns:a16="http://schemas.microsoft.com/office/drawing/2014/main" id="{BA3FE61B-0B3C-0ADA-F23C-FED7122B8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9" name="Text Box 7">
            <a:extLst>
              <a:ext uri="{FF2B5EF4-FFF2-40B4-BE49-F238E27FC236}">
                <a16:creationId xmlns:a16="http://schemas.microsoft.com/office/drawing/2014/main" id="{EAC15981-8369-0673-03DE-B24CA39EF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724400"/>
            <a:ext cx="434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Presents</a:t>
            </a:r>
          </a:p>
        </p:txBody>
      </p:sp>
      <p:pic>
        <p:nvPicPr>
          <p:cNvPr id="69640" name="Picture 8">
            <a:extLst>
              <a:ext uri="{FF2B5EF4-FFF2-40B4-BE49-F238E27FC236}">
                <a16:creationId xmlns:a16="http://schemas.microsoft.com/office/drawing/2014/main" id="{C52522B5-1A41-7CEC-BCC5-C4C5E9413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19400"/>
            <a:ext cx="2995613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4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6964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WordArt 4">
            <a:extLst>
              <a:ext uri="{FF2B5EF4-FFF2-40B4-BE49-F238E27FC236}">
                <a16:creationId xmlns:a16="http://schemas.microsoft.com/office/drawing/2014/main" id="{39A14550-857D-8F98-DE9F-F60B6EA751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57400" y="1143000"/>
            <a:ext cx="3962400" cy="13716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Deflate">
              <a:avLst>
                <a:gd name="adj" fmla="val 26227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Impact" panose="020B0806030902050204" pitchFamily="34" charset="0"/>
              </a:rPr>
              <a:t>+GOBLINSRPG3+</a:t>
            </a:r>
          </a:p>
        </p:txBody>
      </p:sp>
      <p:sp>
        <p:nvSpPr>
          <p:cNvPr id="2056" name="Text Box 8">
            <a:extLst>
              <a:ext uri="{FF2B5EF4-FFF2-40B4-BE49-F238E27FC236}">
                <a16:creationId xmlns:a16="http://schemas.microsoft.com/office/drawing/2014/main" id="{EDD3C157-0B0D-AB00-7117-A45636ED3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8006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  <a:latin typeface="Broadway" panose="04040905080002020502" pitchFamily="82" charset="0"/>
                <a:hlinkClick r:id="rId3" action="ppaction://hlinksldjump"/>
              </a:rPr>
              <a:t>Click here to start</a:t>
            </a:r>
            <a:endParaRPr lang="en-US" altLang="en-US">
              <a:solidFill>
                <a:srgbClr val="FFFF00"/>
              </a:solidFill>
              <a:latin typeface="Broadway" panose="04040905080002020502" pitchFamily="82" charset="0"/>
            </a:endParaRPr>
          </a:p>
        </p:txBody>
      </p:sp>
      <p:pic>
        <p:nvPicPr>
          <p:cNvPr id="2066" name="titlesong.wma">
            <a:hlinkClick r:id="" action="ppaction://media"/>
            <a:extLst>
              <a:ext uri="{FF2B5EF4-FFF2-40B4-BE49-F238E27FC236}">
                <a16:creationId xmlns:a16="http://schemas.microsoft.com/office/drawing/2014/main" id="{A0434D51-DEF4-D9FF-80F3-71219ACA4B36}"/>
              </a:ext>
            </a:extLst>
          </p:cNvPr>
          <p:cNvPicPr>
            <a:picLocks noRot="1" noChangeAspect="1" noChangeArrowheads="1"/>
          </p:cNvPicPr>
          <p:nvPr>
            <a:audioFile r:link="rId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6553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495" fill="hold"/>
                                        <p:tgtEl>
                                          <p:spTgt spid="20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6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2413D580-8BBE-7E30-96FF-F4B4F9410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7" name="Text Box 5">
            <a:extLst>
              <a:ext uri="{FF2B5EF4-FFF2-40B4-BE49-F238E27FC236}">
                <a16:creationId xmlns:a16="http://schemas.microsoft.com/office/drawing/2014/main" id="{E225B444-CDD7-6801-7EEF-4736EBC61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562600"/>
            <a:ext cx="449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It was a long lived peace in the land</a:t>
            </a:r>
          </a:p>
        </p:txBody>
      </p:sp>
      <p:sp>
        <p:nvSpPr>
          <p:cNvPr id="3078" name="Text Box 6">
            <a:extLst>
              <a:ext uri="{FF2B5EF4-FFF2-40B4-BE49-F238E27FC236}">
                <a16:creationId xmlns:a16="http://schemas.microsoft.com/office/drawing/2014/main" id="{3CB227E0-A585-D27B-CAB2-27BF89B7A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562600"/>
            <a:ext cx="426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Until….</a:t>
            </a:r>
          </a:p>
        </p:txBody>
      </p:sp>
      <p:sp>
        <p:nvSpPr>
          <p:cNvPr id="3079" name="Text Box 7">
            <a:extLst>
              <a:ext uri="{FF2B5EF4-FFF2-40B4-BE49-F238E27FC236}">
                <a16:creationId xmlns:a16="http://schemas.microsoft.com/office/drawing/2014/main" id="{80498841-F503-C61D-7FF5-A4B60606F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486400"/>
            <a:ext cx="381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100 to 150 years ago…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  <p:bldP spid="3078" grpId="0"/>
      <p:bldP spid="307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>
            <a:extLst>
              <a:ext uri="{FF2B5EF4-FFF2-40B4-BE49-F238E27FC236}">
                <a16:creationId xmlns:a16="http://schemas.microsoft.com/office/drawing/2014/main" id="{F9639656-98CF-7770-AB6C-2B3961D93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>
            <a:extLst>
              <a:ext uri="{FF2B5EF4-FFF2-40B4-BE49-F238E27FC236}">
                <a16:creationId xmlns:a16="http://schemas.microsoft.com/office/drawing/2014/main" id="{44BD830D-A72F-94AA-12D3-169781D16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124200"/>
            <a:ext cx="31242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4" name="Text Box 8">
            <a:extLst>
              <a:ext uri="{FF2B5EF4-FFF2-40B4-BE49-F238E27FC236}">
                <a16:creationId xmlns:a16="http://schemas.microsoft.com/office/drawing/2014/main" id="{AECCD19A-E12E-C596-4D3A-1B6E18077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943600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23FD9C6F-AB1E-6097-577F-33A6E75DD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019800"/>
            <a:ext cx="457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And then the goblins invaded…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0DF09B36-C09E-F3A7-50E9-472E218FD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5" name="Text Box 5">
            <a:extLst>
              <a:ext uri="{FF2B5EF4-FFF2-40B4-BE49-F238E27FC236}">
                <a16:creationId xmlns:a16="http://schemas.microsoft.com/office/drawing/2014/main" id="{876E4FF1-D314-8154-A0C2-46A4FD266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724400"/>
            <a:ext cx="3657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They Burned an pillaged the countryside…</a:t>
            </a:r>
          </a:p>
        </p:txBody>
      </p:sp>
      <p:sp>
        <p:nvSpPr>
          <p:cNvPr id="5126" name="Text Box 6">
            <a:extLst>
              <a:ext uri="{FF2B5EF4-FFF2-40B4-BE49-F238E27FC236}">
                <a16:creationId xmlns:a16="http://schemas.microsoft.com/office/drawing/2014/main" id="{A47E1E28-7C88-2DDD-6E54-CD2DA215B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3124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127" name="Text Box 7">
            <a:extLst>
              <a:ext uri="{FF2B5EF4-FFF2-40B4-BE49-F238E27FC236}">
                <a16:creationId xmlns:a16="http://schemas.microsoft.com/office/drawing/2014/main" id="{1DE44E66-DCDB-32BB-1B60-7F4B560BF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410200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And there seemed no end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  <p:bldP spid="51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5A4B3349-9D91-554B-3D9F-0AC57578F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3" name="Text Box 5">
            <a:extLst>
              <a:ext uri="{FF2B5EF4-FFF2-40B4-BE49-F238E27FC236}">
                <a16:creationId xmlns:a16="http://schemas.microsoft.com/office/drawing/2014/main" id="{10932845-E8E6-D5AF-378E-3C4DB7E8F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648200"/>
            <a:ext cx="3124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Until the “hero of time” appeared.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766862CF-BE11-7D1B-62F8-F853E7BBC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7" name="AutoShape 5">
            <a:extLst>
              <a:ext uri="{FF2B5EF4-FFF2-40B4-BE49-F238E27FC236}">
                <a16:creationId xmlns:a16="http://schemas.microsoft.com/office/drawing/2014/main" id="{60E1D1CD-381B-3DBB-E8EA-09AD0629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0"/>
            <a:ext cx="2819400" cy="2514600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8" name="AutoShape 6">
            <a:extLst>
              <a:ext uri="{FF2B5EF4-FFF2-40B4-BE49-F238E27FC236}">
                <a16:creationId xmlns:a16="http://schemas.microsoft.com/office/drawing/2014/main" id="{EEC4F3F7-2ED0-14BD-3E59-45A1B872B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2800"/>
            <a:ext cx="2819400" cy="2514600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9" name="AutoShape 7">
            <a:extLst>
              <a:ext uri="{FF2B5EF4-FFF2-40B4-BE49-F238E27FC236}">
                <a16:creationId xmlns:a16="http://schemas.microsoft.com/office/drawing/2014/main" id="{BB3989C9-063F-F787-251A-70134D58D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981200"/>
            <a:ext cx="2819400" cy="2514600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AutoShape 8">
            <a:extLst>
              <a:ext uri="{FF2B5EF4-FFF2-40B4-BE49-F238E27FC236}">
                <a16:creationId xmlns:a16="http://schemas.microsoft.com/office/drawing/2014/main" id="{BEC1B88A-EDB9-C3E3-7F11-6D06632D2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3400" y="1295400"/>
            <a:ext cx="2819400" cy="2514600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AutoShape 9">
            <a:extLst>
              <a:ext uri="{FF2B5EF4-FFF2-40B4-BE49-F238E27FC236}">
                <a16:creationId xmlns:a16="http://schemas.microsoft.com/office/drawing/2014/main" id="{FFF742B1-4E34-E9AD-5C12-33AB79BC1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0"/>
            <a:ext cx="2819400" cy="2514600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2" name="AutoShape 10">
            <a:extLst>
              <a:ext uri="{FF2B5EF4-FFF2-40B4-BE49-F238E27FC236}">
                <a16:creationId xmlns:a16="http://schemas.microsoft.com/office/drawing/2014/main" id="{1A2614FD-BD24-62FA-DCF3-AD389F41E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90600" y="-457200"/>
            <a:ext cx="2819400" cy="2514600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AutoShape 11">
            <a:extLst>
              <a:ext uri="{FF2B5EF4-FFF2-40B4-BE49-F238E27FC236}">
                <a16:creationId xmlns:a16="http://schemas.microsoft.com/office/drawing/2014/main" id="{7E06D677-A94D-6670-B0F7-24F4382E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66800" y="5029200"/>
            <a:ext cx="2819400" cy="2514600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Text Box 12">
            <a:extLst>
              <a:ext uri="{FF2B5EF4-FFF2-40B4-BE49-F238E27FC236}">
                <a16:creationId xmlns:a16="http://schemas.microsoft.com/office/drawing/2014/main" id="{CEDCE2A0-8558-540F-10E9-1C5C6E9EC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724400"/>
            <a:ext cx="2438400" cy="132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The hero of time ded them all with fell run of his spear.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(don’t ask)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DF458397-791A-4440-C532-857A55E2C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2" name="Text Box 6">
            <a:extLst>
              <a:ext uri="{FF2B5EF4-FFF2-40B4-BE49-F238E27FC236}">
                <a16:creationId xmlns:a16="http://schemas.microsoft.com/office/drawing/2014/main" id="{48EFA783-A3E5-96EE-F4D2-F2668CE58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953000"/>
            <a:ext cx="419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Peace was restored once more.</a:t>
            </a:r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5B91A889-4C77-BC77-B6FB-B8E05D79F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029200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This is 100 to 150 years later…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/>
      <p:bldP spid="92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>
            <a:extLst>
              <a:ext uri="{FF2B5EF4-FFF2-40B4-BE49-F238E27FC236}">
                <a16:creationId xmlns:a16="http://schemas.microsoft.com/office/drawing/2014/main" id="{ABC1549E-281D-B943-5F86-605B81B12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6" name="Text Box 6">
            <a:extLst>
              <a:ext uri="{FF2B5EF4-FFF2-40B4-BE49-F238E27FC236}">
                <a16:creationId xmlns:a16="http://schemas.microsoft.com/office/drawing/2014/main" id="{6417ECA6-70C9-EB74-B4E7-70ECA6952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038600"/>
            <a:ext cx="381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10247" name="Text Box 7">
            <a:extLst>
              <a:ext uri="{FF2B5EF4-FFF2-40B4-BE49-F238E27FC236}">
                <a16:creationId xmlns:a16="http://schemas.microsoft.com/office/drawing/2014/main" id="{C9B5CD0E-9100-AD28-26ED-0B51260BF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962400"/>
            <a:ext cx="4191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You live in the small, quiet village of New Jersey.</a:t>
            </a:r>
          </a:p>
        </p:txBody>
      </p:sp>
      <p:sp>
        <p:nvSpPr>
          <p:cNvPr id="10248" name="Text Box 8">
            <a:extLst>
              <a:ext uri="{FF2B5EF4-FFF2-40B4-BE49-F238E27FC236}">
                <a16:creationId xmlns:a16="http://schemas.microsoft.com/office/drawing/2014/main" id="{7723CCFC-6960-DAC4-CEF4-A65D5FF7C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6800"/>
            <a:ext cx="3733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HINT: Click on something to talk/examine</a:t>
            </a:r>
          </a:p>
        </p:txBody>
      </p:sp>
      <p:pic>
        <p:nvPicPr>
          <p:cNvPr id="10250" name="Picture 10">
            <a:hlinkClick r:id="rId3" action="ppaction://hlinksldjump"/>
            <a:extLst>
              <a:ext uri="{FF2B5EF4-FFF2-40B4-BE49-F238E27FC236}">
                <a16:creationId xmlns:a16="http://schemas.microsoft.com/office/drawing/2014/main" id="{E8EB664A-68AD-457D-7DBB-DC6082480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276600"/>
            <a:ext cx="12096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/>
      <p:bldP spid="102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>
            <a:extLst>
              <a:ext uri="{FF2B5EF4-FFF2-40B4-BE49-F238E27FC236}">
                <a16:creationId xmlns:a16="http://schemas.microsoft.com/office/drawing/2014/main" id="{9B82C87F-B992-FBE5-0CA0-3E34A13C9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5">
            <a:extLst>
              <a:ext uri="{FF2B5EF4-FFF2-40B4-BE49-F238E27FC236}">
                <a16:creationId xmlns:a16="http://schemas.microsoft.com/office/drawing/2014/main" id="{5F24BB11-A7BE-20B1-04FA-382A49102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352800"/>
            <a:ext cx="12096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0" name="Text Box 6">
            <a:extLst>
              <a:ext uri="{FF2B5EF4-FFF2-40B4-BE49-F238E27FC236}">
                <a16:creationId xmlns:a16="http://schemas.microsoft.com/office/drawing/2014/main" id="{7DD2DBE0-437F-E9BC-1DC6-92CDFBBA5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200400"/>
            <a:ext cx="1828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Hello! Uh, I mean… RUFF RUFF!!</a:t>
            </a:r>
          </a:p>
        </p:txBody>
      </p:sp>
      <p:sp>
        <p:nvSpPr>
          <p:cNvPr id="11271" name="Text Box 7">
            <a:extLst>
              <a:ext uri="{FF2B5EF4-FFF2-40B4-BE49-F238E27FC236}">
                <a16:creationId xmlns:a16="http://schemas.microsoft.com/office/drawing/2014/main" id="{601CB998-1D7F-32F4-279C-700F81B2F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482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4" action="ppaction://hlinksldjump"/>
              </a:rPr>
              <a:t>Click here to continue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0B5F6D60-1E89-2010-A334-AEFC4E2C6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B764F600-CA6A-9455-F353-207240015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352800"/>
            <a:ext cx="12096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>
            <a:extLst>
              <a:ext uri="{FF2B5EF4-FFF2-40B4-BE49-F238E27FC236}">
                <a16:creationId xmlns:a16="http://schemas.microsoft.com/office/drawing/2014/main" id="{A438390E-72B4-5AAC-FF15-73C2985C9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>
            <a:extLst>
              <a:ext uri="{FF2B5EF4-FFF2-40B4-BE49-F238E27FC236}">
                <a16:creationId xmlns:a16="http://schemas.microsoft.com/office/drawing/2014/main" id="{A2F85CF1-F677-9BAF-EA42-2BFD28043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352800"/>
            <a:ext cx="12096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24" name="Text Box 12">
            <a:extLst>
              <a:ext uri="{FF2B5EF4-FFF2-40B4-BE49-F238E27FC236}">
                <a16:creationId xmlns:a16="http://schemas.microsoft.com/office/drawing/2014/main" id="{FF9B8CF2-D86A-1826-589C-42D5C58B4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429000"/>
            <a:ext cx="15240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Okay, Okay. I give. I’m a talking dog.</a:t>
            </a:r>
          </a:p>
        </p:txBody>
      </p:sp>
      <p:sp>
        <p:nvSpPr>
          <p:cNvPr id="13326" name="Text Box 14">
            <a:extLst>
              <a:ext uri="{FF2B5EF4-FFF2-40B4-BE49-F238E27FC236}">
                <a16:creationId xmlns:a16="http://schemas.microsoft.com/office/drawing/2014/main" id="{8B42FD91-973B-6BC4-4226-979E2BC0A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76600"/>
            <a:ext cx="16002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I’ll give you this if you leave me alone.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4" grpId="0"/>
      <p:bldP spid="133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>
            <a:extLst>
              <a:ext uri="{FF2B5EF4-FFF2-40B4-BE49-F238E27FC236}">
                <a16:creationId xmlns:a16="http://schemas.microsoft.com/office/drawing/2014/main" id="{A03D4E5B-B062-6077-C070-A7BF45BED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41" name="Text Box 5">
            <a:extLst>
              <a:ext uri="{FF2B5EF4-FFF2-40B4-BE49-F238E27FC236}">
                <a16:creationId xmlns:a16="http://schemas.microsoft.com/office/drawing/2014/main" id="{24459721-044F-3E75-612C-CE09FFB4C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609600"/>
            <a:ext cx="647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</a:rPr>
              <a:t>Got the sword!</a:t>
            </a:r>
          </a:p>
        </p:txBody>
      </p:sp>
      <p:pic>
        <p:nvPicPr>
          <p:cNvPr id="14342" name="Picture 6">
            <a:hlinkClick r:id="" action="ppaction://media"/>
            <a:extLst>
              <a:ext uri="{FF2B5EF4-FFF2-40B4-BE49-F238E27FC236}">
                <a16:creationId xmlns:a16="http://schemas.microsoft.com/office/drawing/2014/main" id="{18EB3B9A-1CD1-6E66-4F1D-0DAD6364B909}"/>
              </a:ext>
            </a:extLst>
          </p:cNvPr>
          <p:cNvPicPr>
            <a:picLocks noRot="1" noChangeAspect="1" noChangeArrowheads="1"/>
          </p:cNvPicPr>
          <p:nvPr>
            <a:wavAudioFile r:embed="rId1" name="j0214098.wav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45" fill="hold"/>
                                        <p:tgtEl>
                                          <p:spTgt spid="143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34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7" name="Picture 7">
            <a:extLst>
              <a:ext uri="{FF2B5EF4-FFF2-40B4-BE49-F238E27FC236}">
                <a16:creationId xmlns:a16="http://schemas.microsoft.com/office/drawing/2014/main" id="{7FAE3CCC-F2E8-290F-28EC-E233819B3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>
            <a:extLst>
              <a:ext uri="{FF2B5EF4-FFF2-40B4-BE49-F238E27FC236}">
                <a16:creationId xmlns:a16="http://schemas.microsoft.com/office/drawing/2014/main" id="{D0FF6AD6-07EB-14AD-B880-39BB0DC97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414963"/>
            <a:ext cx="1609725" cy="144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3" name="Picture 13">
            <a:extLst>
              <a:ext uri="{FF2B5EF4-FFF2-40B4-BE49-F238E27FC236}">
                <a16:creationId xmlns:a16="http://schemas.microsoft.com/office/drawing/2014/main" id="{D9C8C98D-A026-9EDA-24C7-365A4F3AE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-1600200"/>
            <a:ext cx="180975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78" name="Text Box 18">
            <a:extLst>
              <a:ext uri="{FF2B5EF4-FFF2-40B4-BE49-F238E27FC236}">
                <a16:creationId xmlns:a16="http://schemas.microsoft.com/office/drawing/2014/main" id="{31B4B13D-479D-19D0-D6B9-68A95B218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029200"/>
            <a:ext cx="243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AAA!!! The goblins are attacking!!</a:t>
            </a:r>
          </a:p>
        </p:txBody>
      </p:sp>
      <p:pic>
        <p:nvPicPr>
          <p:cNvPr id="15380" name="Picture 20">
            <a:extLst>
              <a:ext uri="{FF2B5EF4-FFF2-40B4-BE49-F238E27FC236}">
                <a16:creationId xmlns:a16="http://schemas.microsoft.com/office/drawing/2014/main" id="{65D29D1F-C825-E396-AEC8-82A6784B0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505200"/>
            <a:ext cx="12096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1" name="Picture 21">
            <a:extLst>
              <a:ext uri="{FF2B5EF4-FFF2-40B4-BE49-F238E27FC236}">
                <a16:creationId xmlns:a16="http://schemas.microsoft.com/office/drawing/2014/main" id="{235496EC-0BE4-B8FD-CF0E-B3DBE5FB9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276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82" name="WordArt 22">
            <a:extLst>
              <a:ext uri="{FF2B5EF4-FFF2-40B4-BE49-F238E27FC236}">
                <a16:creationId xmlns:a16="http://schemas.microsoft.com/office/drawing/2014/main" id="{E0ABACC4-0776-5D2B-0E94-4FE024947EE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48000" y="0"/>
            <a:ext cx="962025" cy="1084263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>
                      <a:alpha val="80000"/>
                    </a:srgbClr>
                  </a:outerShdw>
                </a:effectLst>
                <a:latin typeface="Arial Black" panose="020B0A04020102020204" pitchFamily="34" charset="0"/>
              </a:rPr>
              <a:t>Yip!</a:t>
            </a:r>
          </a:p>
        </p:txBody>
      </p:sp>
      <p:pic>
        <p:nvPicPr>
          <p:cNvPr id="15384" name="Picture 24">
            <a:extLst>
              <a:ext uri="{FF2B5EF4-FFF2-40B4-BE49-F238E27FC236}">
                <a16:creationId xmlns:a16="http://schemas.microsoft.com/office/drawing/2014/main" id="{FB6F8261-52DC-DFD2-949E-0B8DCBF60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419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5" name="Picture 25">
            <a:extLst>
              <a:ext uri="{FF2B5EF4-FFF2-40B4-BE49-F238E27FC236}">
                <a16:creationId xmlns:a16="http://schemas.microsoft.com/office/drawing/2014/main" id="{960EC425-FF65-698A-F5B3-271ED839D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1242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86" name="Text Box 26">
            <a:extLst>
              <a:ext uri="{FF2B5EF4-FFF2-40B4-BE49-F238E27FC236}">
                <a16:creationId xmlns:a16="http://schemas.microsoft.com/office/drawing/2014/main" id="{432DEC16-90CD-C32D-95C0-796ACE6D9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7244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(Darn strait)</a:t>
            </a:r>
          </a:p>
        </p:txBody>
      </p:sp>
      <p:pic>
        <p:nvPicPr>
          <p:cNvPr id="15390" name="Picture 30">
            <a:hlinkClick r:id="" action="ppaction://media"/>
            <a:extLst>
              <a:ext uri="{FF2B5EF4-FFF2-40B4-BE49-F238E27FC236}">
                <a16:creationId xmlns:a16="http://schemas.microsoft.com/office/drawing/2014/main" id="{8B2D004B-D569-B7E5-5763-BB3F1E3AEA34}"/>
              </a:ext>
            </a:extLst>
          </p:cNvPr>
          <p:cNvPicPr>
            <a:picLocks noRot="1" noChangeAspect="1" noChangeArrowheads="1"/>
          </p:cNvPicPr>
          <p:nvPr>
            <a:wavAudioFile r:embed="rId1" name="MSj00747560000[1].wav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333 -0.0555 L 1.66667E-6 -3.12673E-6 " pathEditMode="relative" ptsTypes="AA">
                                      <p:cBhvr>
                                        <p:cTn id="6" dur="500" fill="hold"/>
                                        <p:tgtEl>
                                          <p:spTgt spid="153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8542 0.70074 L 0.05208 0.0569 " pathEditMode="relative" ptsTypes="AA">
                                      <p:cBhvr>
                                        <p:cTn id="9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815" fill="hold"/>
                                        <p:tgtEl>
                                          <p:spTgt spid="153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315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815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315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815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315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4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390"/>
                </p:tgtEl>
              </p:cMediaNode>
            </p:audio>
          </p:childTnLst>
        </p:cTn>
      </p:par>
    </p:tnLst>
    <p:bldLst>
      <p:bldP spid="15378" grpId="0"/>
      <p:bldP spid="1538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>
            <a:extLst>
              <a:ext uri="{FF2B5EF4-FFF2-40B4-BE49-F238E27FC236}">
                <a16:creationId xmlns:a16="http://schemas.microsoft.com/office/drawing/2014/main" id="{1333831F-AD37-EE03-6FA2-55165A1F5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3" name="Picture 5">
            <a:extLst>
              <a:ext uri="{FF2B5EF4-FFF2-40B4-BE49-F238E27FC236}">
                <a16:creationId xmlns:a16="http://schemas.microsoft.com/office/drawing/2014/main" id="{EDE933CA-1BA0-5F53-B610-B731BF233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91149E96-9ED4-FAF2-1173-67B5705AF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4384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6" name="Picture 8">
            <a:extLst>
              <a:ext uri="{FF2B5EF4-FFF2-40B4-BE49-F238E27FC236}">
                <a16:creationId xmlns:a16="http://schemas.microsoft.com/office/drawing/2014/main" id="{0B8B471E-F72F-363B-D47E-5D592AA2B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7" name="Text Box 9">
            <a:extLst>
              <a:ext uri="{FF2B5EF4-FFF2-40B4-BE49-F238E27FC236}">
                <a16:creationId xmlns:a16="http://schemas.microsoft.com/office/drawing/2014/main" id="{68E8ABB2-35D9-A27F-56C8-5E5CC138A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33400"/>
            <a:ext cx="419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17418" name="Text Box 10">
            <a:extLst>
              <a:ext uri="{FF2B5EF4-FFF2-40B4-BE49-F238E27FC236}">
                <a16:creationId xmlns:a16="http://schemas.microsoft.com/office/drawing/2014/main" id="{2948755C-3543-A264-9556-B6628C527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04800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</a:rPr>
              <a:t>Goblin x3 attacked!</a:t>
            </a:r>
          </a:p>
        </p:txBody>
      </p:sp>
      <p:sp>
        <p:nvSpPr>
          <p:cNvPr id="17419" name="Text Box 11">
            <a:extLst>
              <a:ext uri="{FF2B5EF4-FFF2-40B4-BE49-F238E27FC236}">
                <a16:creationId xmlns:a16="http://schemas.microsoft.com/office/drawing/2014/main" id="{470F399B-7B54-8FF9-172E-D674BA101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419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-Attack</a:t>
            </a:r>
            <a:endParaRPr lang="en-US" altLang="en-US"/>
          </a:p>
        </p:txBody>
      </p:sp>
      <p:sp>
        <p:nvSpPr>
          <p:cNvPr id="17424" name="Text Box 16">
            <a:extLst>
              <a:ext uri="{FF2B5EF4-FFF2-40B4-BE49-F238E27FC236}">
                <a16:creationId xmlns:a16="http://schemas.microsoft.com/office/drawing/2014/main" id="{B43E9122-C293-37C6-7D8D-C5067406A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876800"/>
            <a:ext cx="190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u="sng">
                <a:hlinkClick r:id="rId5" action="ppaction://hlinksldjump"/>
              </a:rPr>
              <a:t>-flee</a:t>
            </a:r>
            <a:endParaRPr lang="en-US" altLang="en-US" u="sng"/>
          </a:p>
        </p:txBody>
      </p:sp>
      <p:sp>
        <p:nvSpPr>
          <p:cNvPr id="17427" name="Text Box 19">
            <a:extLst>
              <a:ext uri="{FF2B5EF4-FFF2-40B4-BE49-F238E27FC236}">
                <a16:creationId xmlns:a16="http://schemas.microsoft.com/office/drawing/2014/main" id="{0F0B9FFD-EF4D-038A-B706-483AAAC1F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057400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I’m bored…</a:t>
            </a:r>
          </a:p>
        </p:txBody>
      </p:sp>
    </p:spTree>
  </p:cSld>
  <p:clrMapOvr>
    <a:masterClrMapping/>
  </p:clrMapOvr>
  <p:transition spd="slow" advClick="0" advTm="9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B7C122BF-8067-51E9-FD5D-979AD75B6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3" name="Picture 3">
            <a:extLst>
              <a:ext uri="{FF2B5EF4-FFF2-40B4-BE49-F238E27FC236}">
                <a16:creationId xmlns:a16="http://schemas.microsoft.com/office/drawing/2014/main" id="{2AB04C1A-C863-067D-29F5-514207134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5" name="Picture 5">
            <a:extLst>
              <a:ext uri="{FF2B5EF4-FFF2-40B4-BE49-F238E27FC236}">
                <a16:creationId xmlns:a16="http://schemas.microsoft.com/office/drawing/2014/main" id="{45F35F8B-50B8-5299-D25A-473AA2B8D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6" name="Text Box 6">
            <a:extLst>
              <a:ext uri="{FF2B5EF4-FFF2-40B4-BE49-F238E27FC236}">
                <a16:creationId xmlns:a16="http://schemas.microsoft.com/office/drawing/2014/main" id="{64750108-EE35-B563-B01C-3E707BE6A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33400"/>
            <a:ext cx="419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621611CF-39F8-FB41-B46B-D59536EB5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04800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</a:rPr>
              <a:t>Goblin fled of boredom…</a:t>
            </a:r>
          </a:p>
        </p:txBody>
      </p:sp>
      <p:sp>
        <p:nvSpPr>
          <p:cNvPr id="20488" name="Text Box 8">
            <a:extLst>
              <a:ext uri="{FF2B5EF4-FFF2-40B4-BE49-F238E27FC236}">
                <a16:creationId xmlns:a16="http://schemas.microsoft.com/office/drawing/2014/main" id="{AC1941A3-F3F7-5953-8FF3-669B91837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419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-Attack</a:t>
            </a:r>
            <a:endParaRPr lang="en-US" altLang="en-US"/>
          </a:p>
        </p:txBody>
      </p:sp>
      <p:sp>
        <p:nvSpPr>
          <p:cNvPr id="20489" name="Text Box 9">
            <a:extLst>
              <a:ext uri="{FF2B5EF4-FFF2-40B4-BE49-F238E27FC236}">
                <a16:creationId xmlns:a16="http://schemas.microsoft.com/office/drawing/2014/main" id="{1B70B68B-3FC5-D11E-4E0D-C6C49C38F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876800"/>
            <a:ext cx="190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-flee</a:t>
            </a:r>
            <a:endParaRPr lang="en-US" altLang="en-US"/>
          </a:p>
        </p:txBody>
      </p:sp>
      <p:sp>
        <p:nvSpPr>
          <p:cNvPr id="20491" name="Text Box 11">
            <a:extLst>
              <a:ext uri="{FF2B5EF4-FFF2-40B4-BE49-F238E27FC236}">
                <a16:creationId xmlns:a16="http://schemas.microsoft.com/office/drawing/2014/main" id="{19A62D9C-9631-2756-1E09-F73514C64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486400"/>
            <a:ext cx="38100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</a:endParaRP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7" name="Picture 5">
            <a:extLst>
              <a:ext uri="{FF2B5EF4-FFF2-40B4-BE49-F238E27FC236}">
                <a16:creationId xmlns:a16="http://schemas.microsoft.com/office/drawing/2014/main" id="{DAF87B57-80CA-9B21-57B5-A4B96ED39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id="{C407DDE0-2BD9-75A9-E8B7-60457F12D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352800"/>
            <a:ext cx="1655763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>
            <a:extLst>
              <a:ext uri="{FF2B5EF4-FFF2-40B4-BE49-F238E27FC236}">
                <a16:creationId xmlns:a16="http://schemas.microsoft.com/office/drawing/2014/main" id="{057AF1DF-C3AB-4E9E-4D4B-13933F4C5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209800"/>
            <a:ext cx="2495550" cy="17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1" name="Picture 9">
            <a:extLst>
              <a:ext uri="{FF2B5EF4-FFF2-40B4-BE49-F238E27FC236}">
                <a16:creationId xmlns:a16="http://schemas.microsoft.com/office/drawing/2014/main" id="{8E8957AA-C238-009E-9063-F7EC24FC9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0"/>
            <a:ext cx="2819400" cy="151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42" name="Text Box 10">
            <a:extLst>
              <a:ext uri="{FF2B5EF4-FFF2-40B4-BE49-F238E27FC236}">
                <a16:creationId xmlns:a16="http://schemas.microsoft.com/office/drawing/2014/main" id="{FCE80520-50B3-13F6-79B5-E6C5008EE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"/>
            <a:ext cx="441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CAN’T ESCAPE!!!</a:t>
            </a:r>
          </a:p>
        </p:txBody>
      </p:sp>
      <p:sp>
        <p:nvSpPr>
          <p:cNvPr id="18443" name="Text Box 11">
            <a:extLst>
              <a:ext uri="{FF2B5EF4-FFF2-40B4-BE49-F238E27FC236}">
                <a16:creationId xmlns:a16="http://schemas.microsoft.com/office/drawing/2014/main" id="{EC0EB64A-7609-CCDC-32B5-2CD0B4ECE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7620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  <p:pic>
        <p:nvPicPr>
          <p:cNvPr id="18444" name="Picture 12">
            <a:extLst>
              <a:ext uri="{FF2B5EF4-FFF2-40B4-BE49-F238E27FC236}">
                <a16:creationId xmlns:a16="http://schemas.microsoft.com/office/drawing/2014/main" id="{FF6C80F5-3A4E-2DEB-395C-6151AB528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438400"/>
            <a:ext cx="2819400" cy="151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79 0.00486 C 0.01476 0.00416 0.05347 0.00416 0.09201 0.00278 C 0.09427 0.00278 0.09618 0.00093 0.09844 0.0007 C 0.12118 -0.00115 0.16666 -0.00347 0.16666 -0.00323 C 0.1868 -0.00647 0.20694 -0.0141 0.22691 -0.01618 C 0.24496 -0.01826 0.26285 -0.01873 0.2809 -0.02057 C 0.28403 -0.02127 0.28732 -0.02173 0.29045 -0.02266 C 0.29479 -0.02381 0.30312 -0.02682 0.30312 -0.02659 C 0.3118 -0.03422 0.32101 -0.03815 0.33021 -0.0437 C 0.3375 -0.04809 0.34479 -0.05526 0.35243 -0.05849 C 0.35729 -0.0652 0.36319 -0.06936 0.36979 -0.07329 C 0.37291 -0.07514 0.37934 -0.07745 0.37934 -0.07722 C 0.38437 -0.08439 0.38802 -0.09271 0.39201 -0.10081 C 0.39305 -0.10289 0.3941 -0.10497 0.39514 -0.10705 C 0.39618 -0.10913 0.39844 -0.11352 0.39844 -0.11329 C 0.39896 -0.1156 0.39913 -0.11792 0.4 -0.11977 C 0.40069 -0.12162 0.40278 -0.12208 0.40312 -0.12416 C 0.40364 -0.13179 0.40191 -0.13965 0.40156 -0.14728 C 0.40087 -0.1593 0.40087 -0.17133 0.4 -0.18335 C 0.39913 -0.1956 0.39357 -0.20716 0.39357 -0.21919 " pathEditMode="relative" rAng="0" ptsTypes="fffffffffffffffffffA">
                                      <p:cBhvr>
                                        <p:cTn id="6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72" y="-1121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72 0.0393 C -0.04115 0.05225 -0.03386 0.04046 -0.04271 0.04763 C -0.04636 0.05063 -0.05052 0.05618 -0.05382 0.06034 C -0.06146 0.09133 -0.05608 0.1237 -0.06007 0.1556 C -0.0592 0.17318 -0.05747 0.19075 -0.05695 0.20832 C -0.05608 0.23653 -0.05764 0.26497 -0.05538 0.29295 C -0.05469 0.30196 -0.04774 0.30566 -0.04427 0.31191 C -0.03872 0.32231 -0.0309 0.34543 -0.02205 0.35214 C -0.01094 0.36046 0.01146 0.36069 0.02396 0.36277 C 0.11146 0.36069 0.09948 0.3963 0.11128 0.34797 C 0.11198 0.34497 0.11458 0.34358 0.11614 0.3415 " pathEditMode="relative" rAng="0" ptsTypes="ffffffffffA">
                                      <p:cBhvr>
                                        <p:cTn id="9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178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>
            <a:extLst>
              <a:ext uri="{FF2B5EF4-FFF2-40B4-BE49-F238E27FC236}">
                <a16:creationId xmlns:a16="http://schemas.microsoft.com/office/drawing/2014/main" id="{E4C3121C-FE11-D22C-44E5-B82DC2001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5" name="Picture 3">
            <a:extLst>
              <a:ext uri="{FF2B5EF4-FFF2-40B4-BE49-F238E27FC236}">
                <a16:creationId xmlns:a16="http://schemas.microsoft.com/office/drawing/2014/main" id="{5D20C978-F829-DB31-230A-8CFEBBB37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352800"/>
            <a:ext cx="1655763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>
            <a:extLst>
              <a:ext uri="{FF2B5EF4-FFF2-40B4-BE49-F238E27FC236}">
                <a16:creationId xmlns:a16="http://schemas.microsoft.com/office/drawing/2014/main" id="{B220E6E7-F99A-D960-51C7-98839395F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209800"/>
            <a:ext cx="2495550" cy="17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7" name="Picture 5">
            <a:extLst>
              <a:ext uri="{FF2B5EF4-FFF2-40B4-BE49-F238E27FC236}">
                <a16:creationId xmlns:a16="http://schemas.microsoft.com/office/drawing/2014/main" id="{C253A646-7AC8-0377-3BDF-036D4BDCE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0"/>
            <a:ext cx="2819400" cy="151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8" name="Text Box 6">
            <a:extLst>
              <a:ext uri="{FF2B5EF4-FFF2-40B4-BE49-F238E27FC236}">
                <a16:creationId xmlns:a16="http://schemas.microsoft.com/office/drawing/2014/main" id="{7D59F362-0E76-DA55-B1B7-A2779C3D4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"/>
            <a:ext cx="441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CAN’T ESCAPE!!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B4D40A08-79F4-9BA9-723E-D8AFAB76B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9144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 to continue…</a:t>
            </a:r>
            <a:endParaRPr lang="en-US" altLang="en-US">
              <a:solidFill>
                <a:schemeClr val="bg1"/>
              </a:solidFill>
            </a:endParaRPr>
          </a:p>
        </p:txBody>
      </p:sp>
      <p:pic>
        <p:nvPicPr>
          <p:cNvPr id="23560" name="Picture 8">
            <a:extLst>
              <a:ext uri="{FF2B5EF4-FFF2-40B4-BE49-F238E27FC236}">
                <a16:creationId xmlns:a16="http://schemas.microsoft.com/office/drawing/2014/main" id="{AC032D83-F04B-9699-04E3-B048A072B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938" y="2771775"/>
            <a:ext cx="1762125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2" name="Picture 10">
            <a:extLst>
              <a:ext uri="{FF2B5EF4-FFF2-40B4-BE49-F238E27FC236}">
                <a16:creationId xmlns:a16="http://schemas.microsoft.com/office/drawing/2014/main" id="{644576AA-3E87-AE21-662A-33B0DA67A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905000"/>
            <a:ext cx="161925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79 0.00486 C 0.01476 0.00416 0.05347 0.00416 0.09201 0.00278 C 0.09427 0.00278 0.09618 0.00093 0.09844 0.0007 C 0.12118 -0.00115 0.16666 -0.00347 0.16666 -0.00323 C 0.1868 -0.00647 0.20694 -0.0141 0.22691 -0.01618 C 0.24496 -0.01826 0.26285 -0.01873 0.2809 -0.02057 C 0.28403 -0.02127 0.28732 -0.02173 0.29045 -0.02266 C 0.29479 -0.02381 0.30312 -0.02682 0.30312 -0.02659 C 0.3118 -0.03422 0.32101 -0.03815 0.33021 -0.0437 C 0.3375 -0.04809 0.34479 -0.05526 0.35243 -0.05849 C 0.35729 -0.0652 0.36319 -0.06936 0.36979 -0.07329 C 0.37291 -0.07514 0.37934 -0.07745 0.37934 -0.07722 C 0.38437 -0.08439 0.38802 -0.09271 0.39201 -0.10081 C 0.39305 -0.10289 0.3941 -0.10497 0.39514 -0.10705 C 0.39618 -0.10913 0.39844 -0.11352 0.39844 -0.11329 C 0.39896 -0.1156 0.39913 -0.11792 0.4 -0.11977 C 0.40069 -0.12162 0.40278 -0.12208 0.40312 -0.12416 C 0.40364 -0.13179 0.40191 -0.13965 0.40156 -0.14728 C 0.40087 -0.1593 0.40087 -0.17133 0.4 -0.18335 C 0.39913 -0.1956 0.39357 -0.20716 0.39357 -0.21919 " pathEditMode="relative" rAng="0" ptsTypes="fffffffffffffffffffA">
                                      <p:cBhvr>
                                        <p:cTn id="6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72" y="-1121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72 0.0393 C -0.04115 0.05225 -0.03386 0.04046 -0.04271 0.04763 C -0.04636 0.05063 -0.05052 0.05618 -0.05382 0.06034 C -0.06146 0.09133 -0.05608 0.1237 -0.06007 0.1556 C -0.0592 0.17318 -0.05747 0.19075 -0.05695 0.20832 C -0.05608 0.23653 -0.05764 0.26497 -0.05538 0.29295 C -0.05469 0.30196 -0.04774 0.30566 -0.04427 0.31191 C -0.03872 0.32231 -0.0309 0.34543 -0.02205 0.35214 C -0.01094 0.36046 0.01146 0.36069 0.02396 0.36277 C 0.11146 0.36069 0.09948 0.3963 0.11128 0.34797 C 0.11198 0.34497 0.11458 0.34358 0.11614 0.3415 " pathEditMode="relative" rAng="0" ptsTypes="ffffffffffA">
                                      <p:cBhvr>
                                        <p:cTn id="9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178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>
            <a:extLst>
              <a:ext uri="{FF2B5EF4-FFF2-40B4-BE49-F238E27FC236}">
                <a16:creationId xmlns:a16="http://schemas.microsoft.com/office/drawing/2014/main" id="{BD24E6C9-DFAB-77E3-0269-8AF4E9A32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2" name="Picture 6">
            <a:extLst>
              <a:ext uri="{FF2B5EF4-FFF2-40B4-BE49-F238E27FC236}">
                <a16:creationId xmlns:a16="http://schemas.microsoft.com/office/drawing/2014/main" id="{26AD496D-8A69-A224-896C-B911563F9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50" y="34290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4" name="Picture 8">
            <a:extLst>
              <a:ext uri="{FF2B5EF4-FFF2-40B4-BE49-F238E27FC236}">
                <a16:creationId xmlns:a16="http://schemas.microsoft.com/office/drawing/2014/main" id="{896DA63B-7A89-D344-B775-538B4DB89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3581400"/>
            <a:ext cx="20097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6" name="Picture 10">
            <a:extLst>
              <a:ext uri="{FF2B5EF4-FFF2-40B4-BE49-F238E27FC236}">
                <a16:creationId xmlns:a16="http://schemas.microsoft.com/office/drawing/2014/main" id="{AC5A60BF-95BF-A4A9-2461-0B63F8410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1150" y="609600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8" name="Picture 12">
            <a:extLst>
              <a:ext uri="{FF2B5EF4-FFF2-40B4-BE49-F238E27FC236}">
                <a16:creationId xmlns:a16="http://schemas.microsoft.com/office/drawing/2014/main" id="{0CBC640E-EFF5-252E-F750-2B5605844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810000"/>
            <a:ext cx="2093913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94" name="Text Box 18">
            <a:extLst>
              <a:ext uri="{FF2B5EF4-FFF2-40B4-BE49-F238E27FC236}">
                <a16:creationId xmlns:a16="http://schemas.microsoft.com/office/drawing/2014/main" id="{87F85063-E243-04E9-ADE6-0BE508380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1000"/>
            <a:ext cx="434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goblin!!!</a:t>
            </a:r>
          </a:p>
        </p:txBody>
      </p:sp>
      <p:sp>
        <p:nvSpPr>
          <p:cNvPr id="24595" name="Text Box 19">
            <a:extLst>
              <a:ext uri="{FF2B5EF4-FFF2-40B4-BE49-F238E27FC236}">
                <a16:creationId xmlns:a16="http://schemas.microsoft.com/office/drawing/2014/main" id="{399962F0-4CDE-E7DD-C0F8-73726FAE8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3124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7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4.68208E-6 L -0.46667 4.68208E-6 " pathEditMode="relative" ptsTypes="AA">
                                      <p:cBhvr>
                                        <p:cTn id="6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834 0.83237 L 5E-6 1.84971E-6 " pathEditMode="relative" ptsTypes="AA">
                                      <p:cBhvr>
                                        <p:cTn id="12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4" grpId="0"/>
      <p:bldP spid="2459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F71FC325-108B-CCB5-B987-CD70E1392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3" name="Picture 3">
            <a:extLst>
              <a:ext uri="{FF2B5EF4-FFF2-40B4-BE49-F238E27FC236}">
                <a16:creationId xmlns:a16="http://schemas.microsoft.com/office/drawing/2014/main" id="{2E8C3A12-6480-2860-47BF-472BE21D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50" y="34290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>
            <a:extLst>
              <a:ext uri="{FF2B5EF4-FFF2-40B4-BE49-F238E27FC236}">
                <a16:creationId xmlns:a16="http://schemas.microsoft.com/office/drawing/2014/main" id="{3C6018BC-74EF-0160-0810-6EB89D7B1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3581400"/>
            <a:ext cx="20097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5" name="Picture 5">
            <a:extLst>
              <a:ext uri="{FF2B5EF4-FFF2-40B4-BE49-F238E27FC236}">
                <a16:creationId xmlns:a16="http://schemas.microsoft.com/office/drawing/2014/main" id="{AE21A72F-0ED9-E744-6D4A-AFA46FAC9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1150" y="609600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6" name="Picture 6">
            <a:extLst>
              <a:ext uri="{FF2B5EF4-FFF2-40B4-BE49-F238E27FC236}">
                <a16:creationId xmlns:a16="http://schemas.microsoft.com/office/drawing/2014/main" id="{305EADDE-1F1C-E022-63C7-237AC041F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810000"/>
            <a:ext cx="2093913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7" name="Text Box 7">
            <a:extLst>
              <a:ext uri="{FF2B5EF4-FFF2-40B4-BE49-F238E27FC236}">
                <a16:creationId xmlns:a16="http://schemas.microsoft.com/office/drawing/2014/main" id="{00C9B51D-DAA5-6898-434D-869237F66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1000"/>
            <a:ext cx="434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goblin!!</a:t>
            </a:r>
          </a:p>
        </p:txBody>
      </p:sp>
      <p:sp>
        <p:nvSpPr>
          <p:cNvPr id="25608" name="Text Box 8">
            <a:extLst>
              <a:ext uri="{FF2B5EF4-FFF2-40B4-BE49-F238E27FC236}">
                <a16:creationId xmlns:a16="http://schemas.microsoft.com/office/drawing/2014/main" id="{A0A1F10E-8641-C7A8-0C35-442B8FE31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3124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7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4.68208E-6 L -0.46667 4.68208E-6 " pathEditMode="relative" ptsTypes="AA">
                                      <p:cBhvr>
                                        <p:cTn id="6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834 0.83237 L 5E-6 1.84971E-6 " pathEditMode="relative" ptsTypes="AA">
                                      <p:cBhvr>
                                        <p:cTn id="12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/>
      <p:bldP spid="2560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2B9AD886-6C96-55E6-D29E-516D1D705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1" name="Picture 3">
            <a:extLst>
              <a:ext uri="{FF2B5EF4-FFF2-40B4-BE49-F238E27FC236}">
                <a16:creationId xmlns:a16="http://schemas.microsoft.com/office/drawing/2014/main" id="{F306D8A0-9039-FDFB-A0E2-EB014425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>
            <a:extLst>
              <a:ext uri="{FF2B5EF4-FFF2-40B4-BE49-F238E27FC236}">
                <a16:creationId xmlns:a16="http://schemas.microsoft.com/office/drawing/2014/main" id="{23CDCE66-EED5-F8E7-8C87-DE9981D33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653" name="Text Box 5">
            <a:extLst>
              <a:ext uri="{FF2B5EF4-FFF2-40B4-BE49-F238E27FC236}">
                <a16:creationId xmlns:a16="http://schemas.microsoft.com/office/drawing/2014/main" id="{2F15DCF6-19FD-48F1-D7BE-2486307A9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33400"/>
            <a:ext cx="419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B0A189A0-C89D-44A4-D0AD-1E05158DE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419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-Attack</a:t>
            </a:r>
            <a:endParaRPr lang="en-US" altLang="en-US"/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9DFED8DA-4CDA-0FCD-5B09-809A92EBE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876800"/>
            <a:ext cx="190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u="sng">
                <a:hlinkClick r:id="rId5" action="ppaction://hlinksldjump"/>
              </a:rPr>
              <a:t>-flee</a:t>
            </a:r>
            <a:endParaRPr lang="en-US" altLang="en-US" u="sng"/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02A3F08E-D5C6-AADA-B3F6-9392200AB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33400"/>
            <a:ext cx="838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15</a:t>
            </a:r>
          </a:p>
        </p:txBody>
      </p: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>
            <a:extLst>
              <a:ext uri="{FF2B5EF4-FFF2-40B4-BE49-F238E27FC236}">
                <a16:creationId xmlns:a16="http://schemas.microsoft.com/office/drawing/2014/main" id="{308AAF89-D421-ECE5-B32F-B03A8F18B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Picture 4">
            <a:extLst>
              <a:ext uri="{FF2B5EF4-FFF2-40B4-BE49-F238E27FC236}">
                <a16:creationId xmlns:a16="http://schemas.microsoft.com/office/drawing/2014/main" id="{91655C26-63B7-E873-CD4A-095DE2553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7" name="Text Box 5">
            <a:extLst>
              <a:ext uri="{FF2B5EF4-FFF2-40B4-BE49-F238E27FC236}">
                <a16:creationId xmlns:a16="http://schemas.microsoft.com/office/drawing/2014/main" id="{B7C1DD2B-5407-6871-1925-03F998E17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33400"/>
            <a:ext cx="419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8678" name="Text Box 6">
            <a:extLst>
              <a:ext uri="{FF2B5EF4-FFF2-40B4-BE49-F238E27FC236}">
                <a16:creationId xmlns:a16="http://schemas.microsoft.com/office/drawing/2014/main" id="{D176ECBF-7F3A-7EA5-2AC6-3E60E4500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419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-Attack</a:t>
            </a:r>
            <a:endParaRPr lang="en-US" altLang="en-US"/>
          </a:p>
        </p:txBody>
      </p:sp>
      <p:sp>
        <p:nvSpPr>
          <p:cNvPr id="28679" name="Text Box 7">
            <a:extLst>
              <a:ext uri="{FF2B5EF4-FFF2-40B4-BE49-F238E27FC236}">
                <a16:creationId xmlns:a16="http://schemas.microsoft.com/office/drawing/2014/main" id="{6BB0FF30-1966-91B0-4199-9271843B1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876800"/>
            <a:ext cx="190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-flee</a:t>
            </a:r>
            <a:endParaRPr lang="en-US" altLang="en-US"/>
          </a:p>
        </p:txBody>
      </p:sp>
      <p:sp>
        <p:nvSpPr>
          <p:cNvPr id="28680" name="Text Box 8">
            <a:extLst>
              <a:ext uri="{FF2B5EF4-FFF2-40B4-BE49-F238E27FC236}">
                <a16:creationId xmlns:a16="http://schemas.microsoft.com/office/drawing/2014/main" id="{99088F83-8B5D-F454-6E54-4ED7978F1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33400"/>
            <a:ext cx="7620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15</a:t>
            </a:r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0" name="Picture 4">
            <a:extLst>
              <a:ext uri="{FF2B5EF4-FFF2-40B4-BE49-F238E27FC236}">
                <a16:creationId xmlns:a16="http://schemas.microsoft.com/office/drawing/2014/main" id="{0B9A7BB4-3B99-E769-4D7A-E15DE83CE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1" name="Picture 5">
            <a:extLst>
              <a:ext uri="{FF2B5EF4-FFF2-40B4-BE49-F238E27FC236}">
                <a16:creationId xmlns:a16="http://schemas.microsoft.com/office/drawing/2014/main" id="{959EC22A-0AA4-E6EE-42EA-641EAE4F7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3" name="Picture 7">
            <a:extLst>
              <a:ext uri="{FF2B5EF4-FFF2-40B4-BE49-F238E27FC236}">
                <a16:creationId xmlns:a16="http://schemas.microsoft.com/office/drawing/2014/main" id="{EF41C3E4-BF57-DA26-6DE3-2830B8DB3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4" name="Picture 8">
            <a:extLst>
              <a:ext uri="{FF2B5EF4-FFF2-40B4-BE49-F238E27FC236}">
                <a16:creationId xmlns:a16="http://schemas.microsoft.com/office/drawing/2014/main" id="{578A0D50-F72F-3916-96F1-BBC8ED3FD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00" y="44196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5" name="Picture 9">
            <a:extLst>
              <a:ext uri="{FF2B5EF4-FFF2-40B4-BE49-F238E27FC236}">
                <a16:creationId xmlns:a16="http://schemas.microsoft.com/office/drawing/2014/main" id="{708BD48C-EDB0-FCEB-A5CF-CD7635E2A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29718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06" name="Text Box 10">
            <a:extLst>
              <a:ext uri="{FF2B5EF4-FFF2-40B4-BE49-F238E27FC236}">
                <a16:creationId xmlns:a16="http://schemas.microsoft.com/office/drawing/2014/main" id="{71DFDB88-AA46-0923-1C3B-CF52E4CDC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"/>
            <a:ext cx="373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x3 Attacks!</a:t>
            </a:r>
          </a:p>
        </p:txBody>
      </p:sp>
      <p:sp>
        <p:nvSpPr>
          <p:cNvPr id="29707" name="Text Box 11">
            <a:extLst>
              <a:ext uri="{FF2B5EF4-FFF2-40B4-BE49-F238E27FC236}">
                <a16:creationId xmlns:a16="http://schemas.microsoft.com/office/drawing/2014/main" id="{DD8615AB-684B-54D2-4981-5161F7196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85800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15 damage!</a:t>
            </a:r>
          </a:p>
        </p:txBody>
      </p:sp>
      <p:sp>
        <p:nvSpPr>
          <p:cNvPr id="29708" name="Text Box 12">
            <a:extLst>
              <a:ext uri="{FF2B5EF4-FFF2-40B4-BE49-F238E27FC236}">
                <a16:creationId xmlns:a16="http://schemas.microsoft.com/office/drawing/2014/main" id="{71F42C37-C7DC-0ECE-3535-F66B40960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66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5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12139E-6 C 0.02014 0.0007 0.04028 0.00162 0.06042 0.00208 C 0.10747 0.00301 0.15469 0.00278 0.20174 0.00417 C 0.2342 0.00509 0.26459 0.02914 0.29688 0.03376 C 0.3408 0.04023 0.38438 0.04301 0.42865 0.0444 C 0.43681 0.04717 0.44393 0.05087 0.45243 0.05272 C 0.46754 0.05989 0.45747 0.05873 0.48108 0.06128 C 0.49236 0.06636 0.5099 0.07746 0.51441 0.05919 C 0.51129 0.05503 0.50729 0.05156 0.50486 0.04648 C 0.5 0.037 0.49618 0.02521 0.48889 0.01896 C 0.47969 0.00047 0.4684 -0.00416 0.45556 -0.01479 C 0.44115 -0.02682 0.42743 -0.04092 0.41285 -0.05294 C 0.39948 -0.06404 0.3842 -0.0719 0.36997 -0.08046 C 0.35104 -0.09202 0.33177 -0.10774 0.31111 -0.11214 C 0.30226 -0.11676 0.29531 -0.11861 0.28577 -0.12046 C 0.24948 -0.11907 0.24306 -0.12092 0.21754 -0.11422 C 0.20903 -0.10682 0.19827 -0.10289 0.18889 -0.09734 C 0.18021 -0.09202 0.17049 -0.08046 0.16042 -0.08046 C 0.15347 -0.08046 0.1467 -0.08046 0.13976 -0.08046 " pathEditMode="relative" ptsTypes="ffffffffffffffffffA">
                                      <p:cBhvr>
                                        <p:cTn id="10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58382E-6 C 0.0066 -0.0037 0.01233 -0.00624 0.0191 -0.00855 C 0.0382 -0.02451 0.05834 -0.03792 0.07778 -0.05295 C 0.08316 -0.05711 0.08802 -0.06219 0.09358 -0.06566 C 0.09809 -0.06844 0.10799 -0.07191 0.10799 -0.07191 C 0.12136 -0.08439 0.13959 -0.09641 0.15556 -0.1015 C 0.1691 -0.11075 0.18143 -0.11792 0.19688 -0.12069 C 0.2099 -0.12925 0.19549 -0.12092 0.21268 -0.12693 C 0.23108 -0.13341 0.24896 -0.13919 0.26823 -0.14173 C 0.28056 -0.14705 0.29271 -0.15191 0.30469 -0.15861 C 0.31042 -0.16185 0.31667 -0.16138 0.32222 -0.16508 C 0.32639 -0.16786 0.33073 -0.1704 0.3349 -0.17341 C 0.3382 -0.17595 0.3408 -0.18011 0.34445 -0.18196 C 0.35226 -0.18612 0.36025 -0.1889 0.36823 -0.19237 C 0.37656 -0.20416 0.38872 -0.20532 0.4 -0.20717 C 0.39115 -0.2437 0.35469 -0.25711 0.33021 -0.26636 C 0.32379 -0.26867 0.31736 -0.27214 0.31111 -0.27491 C 0.30799 -0.2763 0.30156 -0.27907 0.30156 -0.27907 C 0.29271 -0.2874 0.2757 -0.29017 0.26511 -0.29179 C 0.24948 -0.29849 0.23854 -0.29503 0.22066 -0.29387 C 0.20486 -0.28717 0.18924 -0.27722 0.17466 -0.26636 C 0.16771 -0.26127 0.1632 -0.25295 0.15556 -0.24948 C 0.14549 -0.23977 0.13733 -0.22682 0.12691 -0.2178 C 0.11702 -0.19144 0.13038 -0.22219 0.1191 -0.20717 C 0.11736 -0.20485 0.11719 -0.20138 0.1158 -0.19884 C 0.10834 -0.1852 0.09966 -0.17202 0.09202 -0.15861 C 0.08837 -0.15214 0.07917 -0.13757 0.07622 -0.1311 C 0.07257 -0.123 0.07153 -0.11283 0.06667 -0.10589 C 0.06007 -0.09665 0.05504 -0.09271 0.04601 -0.08462 C 0.0349 -0.07468 0.02709 -0.0615 0.01754 -0.04878 C 0.01372 -0.0437 0.00469 -0.03607 0.00469 -0.03607 C 0.00174 -0.02358 0.00538 -0.03468 -0.00469 -0.02127 C -0.00816 -0.01665 -0.01076 -0.0111 -0.01423 -0.00647 C -0.01614 0.00648 -0.01944 0.02104 -0.03177 0.02104 " pathEditMode="relative" ptsTypes="fffffffffffffffffffffffffffffffffA">
                                      <p:cBhvr>
                                        <p:cTn id="13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-2.77457E-6 C 0.004 -0.01063 0.00921 -0.01225 0.01598 -0.01919 C 0.03004 -0.03329 0.04376 -0.0474 0.05886 -0.05919 C 0.07362 -0.07075 0.08855 -0.08346 0.10331 -0.09526 C 0.10921 -0.10011 0.11702 -0.11121 0.12362 -0.11422 C 0.14966 -0.12647 0.17588 -0.13086 0.20331 -0.13526 C 0.20921 -0.13757 0.21598 -0.14034 0.22223 -0.14173 C 0.23074 -0.14358 0.24775 -0.14589 0.24775 -0.14589 C 0.25782 -0.14913 0.26772 -0.15098 0.27779 -0.15445 C 0.28282 -0.1563 0.28716 -0.16046 0.29219 -0.16277 C 0.30192 -0.16716 0.30226 -0.16693 0.31094 -0.16925 C 0.32032 -0.17526 0.31511 -0.17248 0.32692 -0.17757 C 0.33126 -0.17942 0.33976 -0.18196 0.33976 -0.18196 C 0.34584 -0.18797 0.35018 -0.18936 0.35713 -0.19237 C 0.37206 -0.20578 0.39844 -0.20185 0.41442 -0.203 C 0.43074 -0.20578 0.4448 -0.21225 0.46025 -0.2178 C 0.48612 -0.22705 0.51355 -0.22751 0.53959 -0.23052 C 0.54237 -0.23121 0.54549 -0.23052 0.54775 -0.2326 C 0.55279 -0.23699 0.5448 -0.24647 0.54272 -0.24948 C 0.53699 -0.25896 0.53299 -0.26057 0.52379 -0.26844 C 0.52154 -0.27029 0.51945 -0.2726 0.51737 -0.27491 C 0.51529 -0.27745 0.51355 -0.28092 0.51112 -0.28323 C 0.50053 -0.29294 0.50365 -0.2867 0.49376 -0.29387 C 0.47883 -0.30474 0.47379 -0.30913 0.45713 -0.31283 C 0.44063 -0.32092 0.42744 -0.31052 0.41268 -0.30659 C 0.40157 -0.2978 0.40747 -0.30266 0.39532 -0.29179 C 0.38733 -0.28462 0.36997 -0.27953 0.36042 -0.27699 C 0.34897 -0.26959 0.33612 -0.2682 0.32362 -0.26427 C 0.30765 -0.25919 0.29393 -0.25225 0.27779 -0.24948 C 0.25886 -0.24231 0.23994 -0.23144 0.22067 -0.22636 C 0.21685 -0.22358 0.21355 -0.21965 0.20956 -0.2178 C 0.20539 -0.21595 0.19688 -0.21364 0.19688 -0.21364 C 0.18872 -0.20601 0.18022 -0.20069 0.17154 -0.19445 C 0.15261 -0.18081 0.16529 -0.18682 0.154 -0.18196 C 0.14515 -0.16971 0.13091 -0.16277 0.12067 -0.15237 C 0.10765 -0.13919 0.12518 -0.1519 0.10956 -0.14173 C 0.10018 -0.12925 0.09115 -0.1193 0.08108 -0.10797 C 0.07987 -0.10659 0.07883 -0.1052 0.07779 -0.10358 C 0.07553 -0.10011 0.07397 -0.09618 0.07154 -0.09318 C 0.06719 -0.08809 0.05904 -0.08254 0.054 -0.07838 C 0.03785 -0.06497 0.05643 -0.07861 0.04289 -0.06566 C 0.03317 -0.05641 0.02188 -0.04716 0.01112 -0.04023 C 0.00574 -0.02936 0.00279 -0.02127 -0.00781 -0.02127 " pathEditMode="relative" rAng="0" ptsTypes="ffffffffffffffffffffffffffffffffffffffffffA">
                                      <p:cBhvr>
                                        <p:cTn id="16" dur="10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7" grpId="0"/>
      <p:bldP spid="2970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>
            <a:extLst>
              <a:ext uri="{FF2B5EF4-FFF2-40B4-BE49-F238E27FC236}">
                <a16:creationId xmlns:a16="http://schemas.microsoft.com/office/drawing/2014/main" id="{CBB76483-26A6-DA2B-104A-BCFE68DA9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7" name="Picture 3">
            <a:extLst>
              <a:ext uri="{FF2B5EF4-FFF2-40B4-BE49-F238E27FC236}">
                <a16:creationId xmlns:a16="http://schemas.microsoft.com/office/drawing/2014/main" id="{5B61FD57-14D6-AAA7-D0A2-B4B59D998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>
            <a:extLst>
              <a:ext uri="{FF2B5EF4-FFF2-40B4-BE49-F238E27FC236}">
                <a16:creationId xmlns:a16="http://schemas.microsoft.com/office/drawing/2014/main" id="{DA853E02-DDB7-6D4E-DF63-4CA3041C7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4384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9" name="Picture 5">
            <a:extLst>
              <a:ext uri="{FF2B5EF4-FFF2-40B4-BE49-F238E27FC236}">
                <a16:creationId xmlns:a16="http://schemas.microsoft.com/office/drawing/2014/main" id="{1B34DC37-ED92-CD4F-E786-6DB90BDE4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50" name="Text Box 6">
            <a:extLst>
              <a:ext uri="{FF2B5EF4-FFF2-40B4-BE49-F238E27FC236}">
                <a16:creationId xmlns:a16="http://schemas.microsoft.com/office/drawing/2014/main" id="{724A5A55-2DC2-8996-FCDE-C73866610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33400"/>
            <a:ext cx="419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1752" name="Text Box 8">
            <a:extLst>
              <a:ext uri="{FF2B5EF4-FFF2-40B4-BE49-F238E27FC236}">
                <a16:creationId xmlns:a16="http://schemas.microsoft.com/office/drawing/2014/main" id="{BB79D45C-6571-4E73-C6C0-6137A288B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419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-Attack</a:t>
            </a:r>
            <a:endParaRPr lang="en-US" altLang="en-US"/>
          </a:p>
        </p:txBody>
      </p:sp>
      <p:sp>
        <p:nvSpPr>
          <p:cNvPr id="31753" name="Text Box 9">
            <a:extLst>
              <a:ext uri="{FF2B5EF4-FFF2-40B4-BE49-F238E27FC236}">
                <a16:creationId xmlns:a16="http://schemas.microsoft.com/office/drawing/2014/main" id="{FFC6AEA6-6A61-F118-98EF-451648475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876800"/>
            <a:ext cx="190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-flee</a:t>
            </a:r>
            <a:endParaRPr lang="en-US" altLang="en-US"/>
          </a:p>
        </p:txBody>
      </p:sp>
      <p:sp>
        <p:nvSpPr>
          <p:cNvPr id="31756" name="Text Box 12">
            <a:extLst>
              <a:ext uri="{FF2B5EF4-FFF2-40B4-BE49-F238E27FC236}">
                <a16:creationId xmlns:a16="http://schemas.microsoft.com/office/drawing/2014/main" id="{067CE327-73FF-0A9D-B2A8-448D26BED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33400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1757" name="Text Box 13">
            <a:extLst>
              <a:ext uri="{FF2B5EF4-FFF2-40B4-BE49-F238E27FC236}">
                <a16:creationId xmlns:a16="http://schemas.microsoft.com/office/drawing/2014/main" id="{996B5FA5-77BB-111B-B732-0E611E3D0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33400"/>
            <a:ext cx="9144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10</a:t>
            </a:r>
          </a:p>
        </p:txBody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>
            <a:extLst>
              <a:ext uri="{FF2B5EF4-FFF2-40B4-BE49-F238E27FC236}">
                <a16:creationId xmlns:a16="http://schemas.microsoft.com/office/drawing/2014/main" id="{6D5857BB-0915-2183-FE5E-B6441AF2E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1" name="Picture 3">
            <a:extLst>
              <a:ext uri="{FF2B5EF4-FFF2-40B4-BE49-F238E27FC236}">
                <a16:creationId xmlns:a16="http://schemas.microsoft.com/office/drawing/2014/main" id="{FA5B3D2B-67F4-4462-4605-999C7EFCC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2" name="Picture 4">
            <a:extLst>
              <a:ext uri="{FF2B5EF4-FFF2-40B4-BE49-F238E27FC236}">
                <a16:creationId xmlns:a16="http://schemas.microsoft.com/office/drawing/2014/main" id="{43D1A585-DAD0-8D0F-E0CA-751DC44BD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4" name="Picture 6">
            <a:extLst>
              <a:ext uri="{FF2B5EF4-FFF2-40B4-BE49-F238E27FC236}">
                <a16:creationId xmlns:a16="http://schemas.microsoft.com/office/drawing/2014/main" id="{5041BB8E-E9E4-4370-C82A-62D1F2A92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29718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775" name="Text Box 7">
            <a:extLst>
              <a:ext uri="{FF2B5EF4-FFF2-40B4-BE49-F238E27FC236}">
                <a16:creationId xmlns:a16="http://schemas.microsoft.com/office/drawing/2014/main" id="{550A4939-A546-9AF1-B382-3BE2E374A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"/>
            <a:ext cx="373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x2 Attacks!</a:t>
            </a:r>
          </a:p>
        </p:txBody>
      </p:sp>
      <p:sp>
        <p:nvSpPr>
          <p:cNvPr id="32776" name="Text Box 8">
            <a:extLst>
              <a:ext uri="{FF2B5EF4-FFF2-40B4-BE49-F238E27FC236}">
                <a16:creationId xmlns:a16="http://schemas.microsoft.com/office/drawing/2014/main" id="{6E1EAA93-9F84-82FC-469A-D97E662E9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85800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32777" name="Text Box 9">
            <a:extLst>
              <a:ext uri="{FF2B5EF4-FFF2-40B4-BE49-F238E27FC236}">
                <a16:creationId xmlns:a16="http://schemas.microsoft.com/office/drawing/2014/main" id="{C3395454-783D-48A9-3860-D1B2D31BF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66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5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12139E-6 C 0.02014 0.0007 0.04028 0.00162 0.06042 0.00208 C 0.10747 0.00301 0.15469 0.00278 0.20174 0.00417 C 0.2342 0.00509 0.26459 0.02914 0.29688 0.03376 C 0.3408 0.04023 0.38438 0.04301 0.42865 0.0444 C 0.43681 0.04717 0.44393 0.05087 0.45243 0.05272 C 0.46754 0.05989 0.45747 0.05873 0.48108 0.06128 C 0.49236 0.06636 0.5099 0.07746 0.51441 0.05919 C 0.51129 0.05503 0.50729 0.05156 0.50486 0.04648 C 0.5 0.037 0.49618 0.02521 0.48889 0.01896 C 0.47969 0.00047 0.4684 -0.00416 0.45556 -0.01479 C 0.44115 -0.02682 0.42743 -0.04092 0.41285 -0.05294 C 0.39948 -0.06404 0.3842 -0.0719 0.36997 -0.08046 C 0.35104 -0.09202 0.33177 -0.10774 0.31111 -0.11214 C 0.30226 -0.11676 0.29531 -0.11861 0.28577 -0.12046 C 0.24948 -0.11907 0.24306 -0.12092 0.21754 -0.11422 C 0.20903 -0.10682 0.19827 -0.10289 0.18889 -0.09734 C 0.18021 -0.09202 0.17049 -0.08046 0.16042 -0.08046 C 0.15347 -0.08046 0.1467 -0.08046 0.13976 -0.08046 " pathEditMode="relative" ptsTypes="ffffffffffffffffffA">
                                      <p:cBhvr>
                                        <p:cTn id="10" dur="10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58382E-6 C 0.0066 -0.0037 0.01233 -0.00624 0.0191 -0.00855 C 0.0382 -0.02451 0.05834 -0.03792 0.07778 -0.05295 C 0.08316 -0.05711 0.08802 -0.06219 0.09358 -0.06566 C 0.09809 -0.06844 0.10799 -0.07191 0.10799 -0.07191 C 0.12136 -0.08439 0.13959 -0.09641 0.15556 -0.1015 C 0.1691 -0.11075 0.18143 -0.11792 0.19688 -0.12069 C 0.2099 -0.12925 0.19549 -0.12092 0.21268 -0.12693 C 0.23108 -0.13341 0.24896 -0.13919 0.26823 -0.14173 C 0.28056 -0.14705 0.29271 -0.15191 0.30469 -0.15861 C 0.31042 -0.16185 0.31667 -0.16138 0.32222 -0.16508 C 0.32639 -0.16786 0.33073 -0.1704 0.3349 -0.17341 C 0.3382 -0.17595 0.3408 -0.18011 0.34445 -0.18196 C 0.35226 -0.18612 0.36025 -0.1889 0.36823 -0.19237 C 0.37656 -0.20416 0.38872 -0.20532 0.4 -0.20717 C 0.39115 -0.2437 0.35469 -0.25711 0.33021 -0.26636 C 0.32379 -0.26867 0.31736 -0.27214 0.31111 -0.27491 C 0.30799 -0.2763 0.30156 -0.27907 0.30156 -0.27907 C 0.29271 -0.2874 0.2757 -0.29017 0.26511 -0.29179 C 0.24948 -0.29849 0.23854 -0.29503 0.22066 -0.29387 C 0.20486 -0.28717 0.18924 -0.27722 0.17466 -0.26636 C 0.16771 -0.26127 0.1632 -0.25295 0.15556 -0.24948 C 0.14549 -0.23977 0.13733 -0.22682 0.12691 -0.2178 C 0.11702 -0.19144 0.13038 -0.22219 0.1191 -0.20717 C 0.11736 -0.20485 0.11719 -0.20138 0.1158 -0.19884 C 0.10834 -0.1852 0.09966 -0.17202 0.09202 -0.15861 C 0.08837 -0.15214 0.07917 -0.13757 0.07622 -0.1311 C 0.07257 -0.123 0.07153 -0.11283 0.06667 -0.10589 C 0.06007 -0.09665 0.05504 -0.09271 0.04601 -0.08462 C 0.0349 -0.07468 0.02709 -0.0615 0.01754 -0.04878 C 0.01372 -0.0437 0.00469 -0.03607 0.00469 -0.03607 C 0.00174 -0.02358 0.00538 -0.03468 -0.00469 -0.02127 C -0.00816 -0.01665 -0.01076 -0.0111 -0.01423 -0.00647 C -0.01614 0.00648 -0.01944 0.02104 -0.03177 0.02104 " pathEditMode="relative" ptsTypes="fffffffffffffffffffffffffffffffffA">
                                      <p:cBhvr>
                                        <p:cTn id="13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/>
      <p:bldP spid="3277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>
            <a:extLst>
              <a:ext uri="{FF2B5EF4-FFF2-40B4-BE49-F238E27FC236}">
                <a16:creationId xmlns:a16="http://schemas.microsoft.com/office/drawing/2014/main" id="{8E16BB56-C7FE-B1C6-4885-C96A96FB6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6" name="Picture 4">
            <a:extLst>
              <a:ext uri="{FF2B5EF4-FFF2-40B4-BE49-F238E27FC236}">
                <a16:creationId xmlns:a16="http://schemas.microsoft.com/office/drawing/2014/main" id="{285800B5-DCCD-FDDF-B6AA-B7F3881B3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7" name="Picture 5">
            <a:extLst>
              <a:ext uri="{FF2B5EF4-FFF2-40B4-BE49-F238E27FC236}">
                <a16:creationId xmlns:a16="http://schemas.microsoft.com/office/drawing/2014/main" id="{E22AA085-919C-E785-0249-3726C0B65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29718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8" name="Text Box 6">
            <a:extLst>
              <a:ext uri="{FF2B5EF4-FFF2-40B4-BE49-F238E27FC236}">
                <a16:creationId xmlns:a16="http://schemas.microsoft.com/office/drawing/2014/main" id="{18C4CE7F-CAC5-CD1F-8202-7A3598F15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"/>
            <a:ext cx="373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x1 Attacks!</a:t>
            </a:r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E6458CD6-65CA-F529-5023-F6BF8C627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85800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5 damage!</a:t>
            </a:r>
          </a:p>
        </p:txBody>
      </p:sp>
      <p:sp>
        <p:nvSpPr>
          <p:cNvPr id="33800" name="Text Box 8">
            <a:extLst>
              <a:ext uri="{FF2B5EF4-FFF2-40B4-BE49-F238E27FC236}">
                <a16:creationId xmlns:a16="http://schemas.microsoft.com/office/drawing/2014/main" id="{3816E432-5F2D-2A19-B4DA-8C2E2EACE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66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5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58382E-6 C 0.0066 -0.0037 0.01233 -0.00624 0.0191 -0.00855 C 0.0382 -0.02451 0.05834 -0.03792 0.07778 -0.05295 C 0.08316 -0.05711 0.08802 -0.06219 0.09358 -0.06566 C 0.09809 -0.06844 0.10799 -0.07191 0.10799 -0.07191 C 0.12136 -0.08439 0.13959 -0.09641 0.15556 -0.1015 C 0.1691 -0.11075 0.18143 -0.11792 0.19688 -0.12069 C 0.2099 -0.12925 0.19549 -0.12092 0.21268 -0.12693 C 0.23108 -0.13341 0.24896 -0.13919 0.26823 -0.14173 C 0.28056 -0.14705 0.29271 -0.15191 0.30469 -0.15861 C 0.31042 -0.16185 0.31667 -0.16138 0.32222 -0.16508 C 0.32639 -0.16786 0.33073 -0.1704 0.3349 -0.17341 C 0.3382 -0.17595 0.3408 -0.18011 0.34445 -0.18196 C 0.35226 -0.18612 0.36025 -0.1889 0.36823 -0.19237 C 0.37656 -0.20416 0.38872 -0.20532 0.4 -0.20717 C 0.39115 -0.2437 0.35469 -0.25711 0.33021 -0.26636 C 0.32379 -0.26867 0.31736 -0.27214 0.31111 -0.27491 C 0.30799 -0.2763 0.30156 -0.27907 0.30156 -0.27907 C 0.29271 -0.2874 0.2757 -0.29017 0.26511 -0.29179 C 0.24948 -0.29849 0.23854 -0.29503 0.22066 -0.29387 C 0.20486 -0.28717 0.18924 -0.27722 0.17466 -0.26636 C 0.16771 -0.26127 0.1632 -0.25295 0.15556 -0.24948 C 0.14549 -0.23977 0.13733 -0.22682 0.12691 -0.2178 C 0.11702 -0.19144 0.13038 -0.22219 0.1191 -0.20717 C 0.11736 -0.20485 0.11719 -0.20138 0.1158 -0.19884 C 0.10834 -0.1852 0.09966 -0.17202 0.09202 -0.15861 C 0.08837 -0.15214 0.07917 -0.13757 0.07622 -0.1311 C 0.07257 -0.123 0.07153 -0.11283 0.06667 -0.10589 C 0.06007 -0.09665 0.05504 -0.09271 0.04601 -0.08462 C 0.0349 -0.07468 0.02709 -0.0615 0.01754 -0.04878 C 0.01372 -0.0437 0.00469 -0.03607 0.00469 -0.03607 C 0.00174 -0.02358 0.00538 -0.03468 -0.00469 -0.02127 C -0.00816 -0.01665 -0.01076 -0.0111 -0.01423 -0.00647 C -0.01614 0.00648 -0.01944 0.02104 -0.03177 0.02104 " pathEditMode="relative" ptsTypes="fffffffffffffffffffffffffffffffffA">
                                      <p:cBhvr>
                                        <p:cTn id="10" dur="10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/>
      <p:bldP spid="3380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0" name="Picture 4">
            <a:extLst>
              <a:ext uri="{FF2B5EF4-FFF2-40B4-BE49-F238E27FC236}">
                <a16:creationId xmlns:a16="http://schemas.microsoft.com/office/drawing/2014/main" id="{6F2E13E8-495A-1088-EEC8-5E32E2F4F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821" name="Text Box 5">
            <a:extLst>
              <a:ext uri="{FF2B5EF4-FFF2-40B4-BE49-F238E27FC236}">
                <a16:creationId xmlns:a16="http://schemas.microsoft.com/office/drawing/2014/main" id="{39CDCDB1-B3A2-14F2-9D1E-B22D75F26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33400"/>
            <a:ext cx="838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10</a:t>
            </a:r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FF354359-D446-FD64-87E2-36D15892E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4958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34823" name="Text Box 7">
            <a:extLst>
              <a:ext uri="{FF2B5EF4-FFF2-40B4-BE49-F238E27FC236}">
                <a16:creationId xmlns:a16="http://schemas.microsoft.com/office/drawing/2014/main" id="{75F05612-7765-5E61-DE82-6BF8D4A96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953000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-flee</a:t>
            </a:r>
            <a:endParaRPr lang="en-US" altLang="en-US"/>
          </a:p>
        </p:txBody>
      </p:sp>
      <p:pic>
        <p:nvPicPr>
          <p:cNvPr id="34824" name="Picture 8">
            <a:extLst>
              <a:ext uri="{FF2B5EF4-FFF2-40B4-BE49-F238E27FC236}">
                <a16:creationId xmlns:a16="http://schemas.microsoft.com/office/drawing/2014/main" id="{DE15C4A9-E498-2011-1EF0-EBFC008EB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>
            <a:extLst>
              <a:ext uri="{FF2B5EF4-FFF2-40B4-BE49-F238E27FC236}">
                <a16:creationId xmlns:a16="http://schemas.microsoft.com/office/drawing/2014/main" id="{E00EAB2A-A3A7-52A2-E37B-24DFAA67B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5" name="Picture 5">
            <a:extLst>
              <a:ext uri="{FF2B5EF4-FFF2-40B4-BE49-F238E27FC236}">
                <a16:creationId xmlns:a16="http://schemas.microsoft.com/office/drawing/2014/main" id="{D5DFF522-CE3F-7A28-D72C-8758047C5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352800"/>
            <a:ext cx="1655763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7" name="Picture 7">
            <a:extLst>
              <a:ext uri="{FF2B5EF4-FFF2-40B4-BE49-F238E27FC236}">
                <a16:creationId xmlns:a16="http://schemas.microsoft.com/office/drawing/2014/main" id="{5F53060F-1CA2-A168-E76A-EFF5CBA2A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286000"/>
            <a:ext cx="2495550" cy="17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8" name="Picture 8">
            <a:extLst>
              <a:ext uri="{FF2B5EF4-FFF2-40B4-BE49-F238E27FC236}">
                <a16:creationId xmlns:a16="http://schemas.microsoft.com/office/drawing/2014/main" id="{AA97189E-3F34-8C52-D8D0-E50A76D8F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438400"/>
            <a:ext cx="2819400" cy="151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9" name="Text Box 9">
            <a:extLst>
              <a:ext uri="{FF2B5EF4-FFF2-40B4-BE49-F238E27FC236}">
                <a16:creationId xmlns:a16="http://schemas.microsoft.com/office/drawing/2014/main" id="{91412E04-D9AE-8D7B-1747-28EFB280D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"/>
            <a:ext cx="487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Can’t escape!</a:t>
            </a:r>
          </a:p>
        </p:txBody>
      </p:sp>
      <p:sp>
        <p:nvSpPr>
          <p:cNvPr id="35850" name="Text Box 10">
            <a:extLst>
              <a:ext uri="{FF2B5EF4-FFF2-40B4-BE49-F238E27FC236}">
                <a16:creationId xmlns:a16="http://schemas.microsoft.com/office/drawing/2014/main" id="{05534643-9C7A-7AE2-CF39-E81A2B687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7620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continue….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79 0.00486 C 0.01476 0.00416 0.05347 0.00416 0.09201 0.00278 C 0.09427 0.00278 0.09618 0.00093 0.09844 0.0007 C 0.12118 -0.00115 0.16666 -0.00347 0.16666 -0.00323 C 0.1868 -0.00647 0.20694 -0.0141 0.22691 -0.01618 C 0.24496 -0.01826 0.26285 -0.01873 0.2809 -0.02057 C 0.28403 -0.02127 0.28732 -0.02173 0.29045 -0.02266 C 0.29479 -0.02381 0.30312 -0.02682 0.30312 -0.02659 C 0.3118 -0.03422 0.32101 -0.03815 0.33021 -0.0437 C 0.3375 -0.04809 0.34479 -0.05526 0.35243 -0.05849 C 0.35729 -0.0652 0.36319 -0.06936 0.36979 -0.07329 C 0.37291 -0.07514 0.37934 -0.07745 0.37934 -0.07722 C 0.38437 -0.08439 0.38802 -0.09271 0.39201 -0.10081 C 0.39305 -0.10289 0.3941 -0.10497 0.39514 -0.10705 C 0.39618 -0.10913 0.39844 -0.11352 0.39844 -0.11329 C 0.39896 -0.1156 0.39913 -0.11792 0.4 -0.11977 C 0.40069 -0.12162 0.40278 -0.12208 0.40312 -0.12416 C 0.40364 -0.13179 0.40191 -0.13965 0.40156 -0.14728 C 0.40087 -0.1593 0.40087 -0.17133 0.4 -0.18335 C 0.39913 -0.1956 0.39357 -0.20716 0.39357 -0.21919 " pathEditMode="relative" rAng="0" ptsTypes="fffffffffffffffffffA">
                                      <p:cBhvr>
                                        <p:cTn id="6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72" y="-1121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72 0.0393 C -0.04115 0.05225 -0.03386 0.04046 -0.04271 0.04763 C -0.04636 0.05063 -0.05052 0.05618 -0.05382 0.06034 C -0.06146 0.09133 -0.05608 0.1237 -0.06007 0.1556 C -0.0592 0.17318 -0.05747 0.19075 -0.05695 0.20832 C -0.05608 0.23653 -0.05764 0.26497 -0.05538 0.29295 C -0.05469 0.30196 -0.04774 0.30566 -0.04427 0.31191 C -0.03872 0.32231 -0.0309 0.34543 -0.02205 0.35214 C -0.01094 0.36046 0.01146 0.36069 0.02396 0.36277 C 0.11146 0.36069 0.09948 0.3963 0.11128 0.34797 C 0.11198 0.34497 0.11458 0.34358 0.11614 0.3415 " pathEditMode="relative" rAng="0" ptsTypes="ffffffffffA">
                                      <p:cBhvr>
                                        <p:cTn id="9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178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>
            <a:extLst>
              <a:ext uri="{FF2B5EF4-FFF2-40B4-BE49-F238E27FC236}">
                <a16:creationId xmlns:a16="http://schemas.microsoft.com/office/drawing/2014/main" id="{769BD779-5AFD-9A31-FFB5-A7D9F8711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69" name="Picture 5">
            <a:extLst>
              <a:ext uri="{FF2B5EF4-FFF2-40B4-BE49-F238E27FC236}">
                <a16:creationId xmlns:a16="http://schemas.microsoft.com/office/drawing/2014/main" id="{DBBE29DC-FCB0-23F6-2D49-4CE52B6C0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9718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70" name="Text Box 6">
            <a:extLst>
              <a:ext uri="{FF2B5EF4-FFF2-40B4-BE49-F238E27FC236}">
                <a16:creationId xmlns:a16="http://schemas.microsoft.com/office/drawing/2014/main" id="{9E601407-944A-99F1-73D8-22CA2DB66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57200"/>
            <a:ext cx="510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releases Fury!!</a:t>
            </a:r>
          </a:p>
        </p:txBody>
      </p:sp>
      <p:pic>
        <p:nvPicPr>
          <p:cNvPr id="36875" name="Picture 11">
            <a:extLst>
              <a:ext uri="{FF2B5EF4-FFF2-40B4-BE49-F238E27FC236}">
                <a16:creationId xmlns:a16="http://schemas.microsoft.com/office/drawing/2014/main" id="{D2366C99-E54F-3439-0E57-881517C23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9718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76" name="AutoShape 12">
            <a:extLst>
              <a:ext uri="{FF2B5EF4-FFF2-40B4-BE49-F238E27FC236}">
                <a16:creationId xmlns:a16="http://schemas.microsoft.com/office/drawing/2014/main" id="{4E945829-2614-9C8A-FE75-4A1E38503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971800"/>
            <a:ext cx="1143000" cy="990600"/>
          </a:xfrm>
          <a:prstGeom prst="irregularSeal2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7" name="AutoShape 13">
            <a:extLst>
              <a:ext uri="{FF2B5EF4-FFF2-40B4-BE49-F238E27FC236}">
                <a16:creationId xmlns:a16="http://schemas.microsoft.com/office/drawing/2014/main" id="{C3CD3F41-7697-5097-D3E9-D68AA4FC0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657600"/>
            <a:ext cx="1143000" cy="990600"/>
          </a:xfrm>
          <a:prstGeom prst="irregularSeal2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8" name="AutoShape 14">
            <a:extLst>
              <a:ext uri="{FF2B5EF4-FFF2-40B4-BE49-F238E27FC236}">
                <a16:creationId xmlns:a16="http://schemas.microsoft.com/office/drawing/2014/main" id="{D10FC9BC-7778-2AC2-0983-45A8D89BC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038600"/>
            <a:ext cx="1143000" cy="990600"/>
          </a:xfrm>
          <a:prstGeom prst="irregularSeal2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9" name="Text Box 15">
            <a:extLst>
              <a:ext uri="{FF2B5EF4-FFF2-40B4-BE49-F238E27FC236}">
                <a16:creationId xmlns:a16="http://schemas.microsoft.com/office/drawing/2014/main" id="{78E3968E-B1EF-CA11-29A4-2319A22AD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8200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damage.</a:t>
            </a:r>
          </a:p>
        </p:txBody>
      </p:sp>
      <p:sp>
        <p:nvSpPr>
          <p:cNvPr id="36880" name="Text Box 16">
            <a:extLst>
              <a:ext uri="{FF2B5EF4-FFF2-40B4-BE49-F238E27FC236}">
                <a16:creationId xmlns:a16="http://schemas.microsoft.com/office/drawing/2014/main" id="{C8117EE4-B6A6-DEC3-A31F-91A52074A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1430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5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67362E-19 2.25434E-6 C 0.17535 0.00139 0.19601 0.00116 0.31424 0.00624 C 0.3158 0.00694 0.31892 0.00832 0.31892 0.00832 " pathEditMode="relative" rAng="0" ptsTypes="ffA">
                                      <p:cBhvr>
                                        <p:cTn id="10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"/>
                                            </p:cond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"/>
                                            </p:cond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934 -0.01063 C 0.35417 0.00047 0.37482 -0.00785 0.30955 -0.00647 C 0.26979 -0.00554 0.23021 -0.00508 0.19045 -0.00439 C 0.1191 0.01134 0.17239 6.41618E-6 2.22222E-6 6.41618E-6 " pathEditMode="relative" ptsTypes="fffA">
                                      <p:cBhvr>
                                        <p:cTn id="25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/>
      <p:bldP spid="36879" grpId="0"/>
      <p:bldP spid="3688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Text Box 4">
            <a:extLst>
              <a:ext uri="{FF2B5EF4-FFF2-40B4-BE49-F238E27FC236}">
                <a16:creationId xmlns:a16="http://schemas.microsoft.com/office/drawing/2014/main" id="{06C9A348-E8DC-6719-8B84-E1945D83A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33400"/>
            <a:ext cx="495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DED!!</a:t>
            </a:r>
          </a:p>
        </p:txBody>
      </p:sp>
      <p:pic>
        <p:nvPicPr>
          <p:cNvPr id="37893" name="Picture 5">
            <a:extLst>
              <a:ext uri="{FF2B5EF4-FFF2-40B4-BE49-F238E27FC236}">
                <a16:creationId xmlns:a16="http://schemas.microsoft.com/office/drawing/2014/main" id="{A7094042-4151-18DB-B4AF-F50C4180C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51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4" name="Text Box 6">
            <a:extLst>
              <a:ext uri="{FF2B5EF4-FFF2-40B4-BE49-F238E27FC236}">
                <a16:creationId xmlns:a16="http://schemas.microsoft.com/office/drawing/2014/main" id="{42981589-19B0-246B-91C3-6AD7F058F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762000"/>
            <a:ext cx="3962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You ded.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7B301B7F-EB10-EE1D-36EF-F43065084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3716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Press esc to exit.</a:t>
            </a:r>
          </a:p>
        </p:txBody>
      </p:sp>
      <p:pic>
        <p:nvPicPr>
          <p:cNvPr id="37896" name="Picture 8">
            <a:hlinkClick r:id="" action="ppaction://media"/>
            <a:extLst>
              <a:ext uri="{FF2B5EF4-FFF2-40B4-BE49-F238E27FC236}">
                <a16:creationId xmlns:a16="http://schemas.microsoft.com/office/drawing/2014/main" id="{908BB3E7-645F-9313-04CA-900117B5E9A6}"/>
              </a:ext>
            </a:extLst>
          </p:cNvPr>
          <p:cNvPicPr>
            <a:picLocks noRot="1" noChangeAspect="1" noChangeArrowheads="1"/>
          </p:cNvPicPr>
          <p:nvPr>
            <a:wavAudioFile r:embed="rId1" name="MSj03884740000[1].wav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48" fill="hold"/>
                                        <p:tgtEl>
                                          <p:spTgt spid="3789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896"/>
                </p:tgtEl>
              </p:cMediaNode>
            </p:audio>
          </p:childTnLst>
        </p:cTn>
      </p:par>
    </p:tnLst>
    <p:bldLst>
      <p:bldP spid="37894" grpId="0"/>
      <p:bldP spid="3789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>
            <a:extLst>
              <a:ext uri="{FF2B5EF4-FFF2-40B4-BE49-F238E27FC236}">
                <a16:creationId xmlns:a16="http://schemas.microsoft.com/office/drawing/2014/main" id="{14BAE5FC-2783-895D-F92B-22ED15441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15" name="Picture 3">
            <a:extLst>
              <a:ext uri="{FF2B5EF4-FFF2-40B4-BE49-F238E27FC236}">
                <a16:creationId xmlns:a16="http://schemas.microsoft.com/office/drawing/2014/main" id="{8820133D-58D8-F4A5-BA37-4FD5C1C7F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16" name="Picture 4">
            <a:extLst>
              <a:ext uri="{FF2B5EF4-FFF2-40B4-BE49-F238E27FC236}">
                <a16:creationId xmlns:a16="http://schemas.microsoft.com/office/drawing/2014/main" id="{6535E352-414C-3E14-AE10-B864495EE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17" name="Picture 5">
            <a:extLst>
              <a:ext uri="{FF2B5EF4-FFF2-40B4-BE49-F238E27FC236}">
                <a16:creationId xmlns:a16="http://schemas.microsoft.com/office/drawing/2014/main" id="{9B8B390C-3A0D-ED64-4230-0BD3288A1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00" y="44196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18" name="Picture 6">
            <a:extLst>
              <a:ext uri="{FF2B5EF4-FFF2-40B4-BE49-F238E27FC236}">
                <a16:creationId xmlns:a16="http://schemas.microsoft.com/office/drawing/2014/main" id="{46FABC7E-F92D-0978-3E90-40743C1CB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29718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19" name="Text Box 7">
            <a:extLst>
              <a:ext uri="{FF2B5EF4-FFF2-40B4-BE49-F238E27FC236}">
                <a16:creationId xmlns:a16="http://schemas.microsoft.com/office/drawing/2014/main" id="{7D1A8FEC-CD0C-36E6-F470-8E763559A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"/>
            <a:ext cx="373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x3 Attacks!</a:t>
            </a:r>
          </a:p>
        </p:txBody>
      </p:sp>
      <p:sp>
        <p:nvSpPr>
          <p:cNvPr id="38920" name="Text Box 8">
            <a:extLst>
              <a:ext uri="{FF2B5EF4-FFF2-40B4-BE49-F238E27FC236}">
                <a16:creationId xmlns:a16="http://schemas.microsoft.com/office/drawing/2014/main" id="{3746D863-2C5B-D9C3-7058-05F62DADD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85800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15 damage!</a:t>
            </a:r>
          </a:p>
        </p:txBody>
      </p:sp>
      <p:sp>
        <p:nvSpPr>
          <p:cNvPr id="38921" name="Text Box 9">
            <a:extLst>
              <a:ext uri="{FF2B5EF4-FFF2-40B4-BE49-F238E27FC236}">
                <a16:creationId xmlns:a16="http://schemas.microsoft.com/office/drawing/2014/main" id="{9E68FE41-3103-FB74-0D16-F9D01D598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66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5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12139E-6 C 0.02014 0.0007 0.04028 0.00162 0.06042 0.00208 C 0.10747 0.00301 0.15469 0.00278 0.20174 0.00417 C 0.2342 0.00509 0.26459 0.02914 0.29688 0.03376 C 0.3408 0.04023 0.38438 0.04301 0.42865 0.0444 C 0.43681 0.04717 0.44393 0.05087 0.45243 0.05272 C 0.46754 0.05989 0.45747 0.05873 0.48108 0.06128 C 0.49236 0.06636 0.5099 0.07746 0.51441 0.05919 C 0.51129 0.05503 0.50729 0.05156 0.50486 0.04648 C 0.5 0.037 0.49618 0.02521 0.48889 0.01896 C 0.47969 0.00047 0.4684 -0.00416 0.45556 -0.01479 C 0.44115 -0.02682 0.42743 -0.04092 0.41285 -0.05294 C 0.39948 -0.06404 0.3842 -0.0719 0.36997 -0.08046 C 0.35104 -0.09202 0.33177 -0.10774 0.31111 -0.11214 C 0.30226 -0.11676 0.29531 -0.11861 0.28577 -0.12046 C 0.24948 -0.11907 0.24306 -0.12092 0.21754 -0.11422 C 0.20903 -0.10682 0.19827 -0.10289 0.18889 -0.09734 C 0.18021 -0.09202 0.17049 -0.08046 0.16042 -0.08046 C 0.15347 -0.08046 0.1467 -0.08046 0.13976 -0.08046 " pathEditMode="relative" ptsTypes="ffffffffffffffffffA">
                                      <p:cBhvr>
                                        <p:cTn id="10" dur="10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58382E-6 C 0.0066 -0.0037 0.01233 -0.00624 0.0191 -0.00855 C 0.0382 -0.02451 0.05834 -0.03792 0.07778 -0.05295 C 0.08316 -0.05711 0.08802 -0.06219 0.09358 -0.06566 C 0.09809 -0.06844 0.10799 -0.07191 0.10799 -0.07191 C 0.12136 -0.08439 0.13959 -0.09641 0.15556 -0.1015 C 0.1691 -0.11075 0.18143 -0.11792 0.19688 -0.12069 C 0.2099 -0.12925 0.19549 -0.12092 0.21268 -0.12693 C 0.23108 -0.13341 0.24896 -0.13919 0.26823 -0.14173 C 0.28056 -0.14705 0.29271 -0.15191 0.30469 -0.15861 C 0.31042 -0.16185 0.31667 -0.16138 0.32222 -0.16508 C 0.32639 -0.16786 0.33073 -0.1704 0.3349 -0.17341 C 0.3382 -0.17595 0.3408 -0.18011 0.34445 -0.18196 C 0.35226 -0.18612 0.36025 -0.1889 0.36823 -0.19237 C 0.37656 -0.20416 0.38872 -0.20532 0.4 -0.20717 C 0.39115 -0.2437 0.35469 -0.25711 0.33021 -0.26636 C 0.32379 -0.26867 0.31736 -0.27214 0.31111 -0.27491 C 0.30799 -0.2763 0.30156 -0.27907 0.30156 -0.27907 C 0.29271 -0.2874 0.2757 -0.29017 0.26511 -0.29179 C 0.24948 -0.29849 0.23854 -0.29503 0.22066 -0.29387 C 0.20486 -0.28717 0.18924 -0.27722 0.17466 -0.26636 C 0.16771 -0.26127 0.1632 -0.25295 0.15556 -0.24948 C 0.14549 -0.23977 0.13733 -0.22682 0.12691 -0.2178 C 0.11702 -0.19144 0.13038 -0.22219 0.1191 -0.20717 C 0.11736 -0.20485 0.11719 -0.20138 0.1158 -0.19884 C 0.10834 -0.1852 0.09966 -0.17202 0.09202 -0.15861 C 0.08837 -0.15214 0.07917 -0.13757 0.07622 -0.1311 C 0.07257 -0.123 0.07153 -0.11283 0.06667 -0.10589 C 0.06007 -0.09665 0.05504 -0.09271 0.04601 -0.08462 C 0.0349 -0.07468 0.02709 -0.0615 0.01754 -0.04878 C 0.01372 -0.0437 0.00469 -0.03607 0.00469 -0.03607 C 0.00174 -0.02358 0.00538 -0.03468 -0.00469 -0.02127 C -0.00816 -0.01665 -0.01076 -0.0111 -0.01423 -0.00647 C -0.01614 0.00648 -0.01944 0.02104 -0.03177 0.02104 " pathEditMode="relative" ptsTypes="fffffffffffffffffffffffffffffffffA">
                                      <p:cBhvr>
                                        <p:cTn id="13" dur="10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-2.77457E-6 C 0.004 -0.01063 0.00921 -0.01225 0.01598 -0.01919 C 0.03004 -0.03329 0.04376 -0.0474 0.05886 -0.05919 C 0.07362 -0.07075 0.08855 -0.08346 0.10331 -0.09526 C 0.10921 -0.10011 0.11702 -0.11121 0.12362 -0.11422 C 0.14966 -0.12647 0.17588 -0.13086 0.20331 -0.13526 C 0.20921 -0.13757 0.21598 -0.14034 0.22223 -0.14173 C 0.23074 -0.14358 0.24775 -0.14589 0.24775 -0.14589 C 0.25782 -0.14913 0.26772 -0.15098 0.27779 -0.15445 C 0.28282 -0.1563 0.28716 -0.16046 0.29219 -0.16277 C 0.30192 -0.16716 0.30226 -0.16693 0.31094 -0.16925 C 0.32032 -0.17526 0.31511 -0.17248 0.32692 -0.17757 C 0.33126 -0.17942 0.33976 -0.18196 0.33976 -0.18196 C 0.34584 -0.18797 0.35018 -0.18936 0.35713 -0.19237 C 0.37206 -0.20578 0.39844 -0.20185 0.41442 -0.203 C 0.43074 -0.20578 0.4448 -0.21225 0.46025 -0.2178 C 0.48612 -0.22705 0.51355 -0.22751 0.53959 -0.23052 C 0.54237 -0.23121 0.54549 -0.23052 0.54775 -0.2326 C 0.55279 -0.23699 0.5448 -0.24647 0.54272 -0.24948 C 0.53699 -0.25896 0.53299 -0.26057 0.52379 -0.26844 C 0.52154 -0.27029 0.51945 -0.2726 0.51737 -0.27491 C 0.51529 -0.27745 0.51355 -0.28092 0.51112 -0.28323 C 0.50053 -0.29294 0.50365 -0.2867 0.49376 -0.29387 C 0.47883 -0.30474 0.47379 -0.30913 0.45713 -0.31283 C 0.44063 -0.32092 0.42744 -0.31052 0.41268 -0.30659 C 0.40157 -0.2978 0.40747 -0.30266 0.39532 -0.29179 C 0.38733 -0.28462 0.36997 -0.27953 0.36042 -0.27699 C 0.34897 -0.26959 0.33612 -0.2682 0.32362 -0.26427 C 0.30765 -0.25919 0.29393 -0.25225 0.27779 -0.24948 C 0.25886 -0.24231 0.23994 -0.23144 0.22067 -0.22636 C 0.21685 -0.22358 0.21355 -0.21965 0.20956 -0.2178 C 0.20539 -0.21595 0.19688 -0.21364 0.19688 -0.21364 C 0.18872 -0.20601 0.18022 -0.20069 0.17154 -0.19445 C 0.15261 -0.18081 0.16529 -0.18682 0.154 -0.18196 C 0.14515 -0.16971 0.13091 -0.16277 0.12067 -0.15237 C 0.10765 -0.13919 0.12518 -0.1519 0.10956 -0.14173 C 0.10018 -0.12925 0.09115 -0.1193 0.08108 -0.10797 C 0.07987 -0.10659 0.07883 -0.1052 0.07779 -0.10358 C 0.07553 -0.10011 0.07397 -0.09618 0.07154 -0.09318 C 0.06719 -0.08809 0.05904 -0.08254 0.054 -0.07838 C 0.03785 -0.06497 0.05643 -0.07861 0.04289 -0.06566 C 0.03317 -0.05641 0.02188 -0.04716 0.01112 -0.04023 C 0.00574 -0.02936 0.00279 -0.02127 -0.00781 -0.02127 " pathEditMode="relative" rAng="0" ptsTypes="ffffffffffffffffffffffffffffffffffffffffffA">
                                      <p:cBhvr>
                                        <p:cTn id="16" dur="10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0" grpId="0"/>
      <p:bldP spid="389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>
            <a:extLst>
              <a:ext uri="{FF2B5EF4-FFF2-40B4-BE49-F238E27FC236}">
                <a16:creationId xmlns:a16="http://schemas.microsoft.com/office/drawing/2014/main" id="{89F639FC-0BE0-D3A0-D749-D38A775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39" name="Picture 3">
            <a:extLst>
              <a:ext uri="{FF2B5EF4-FFF2-40B4-BE49-F238E27FC236}">
                <a16:creationId xmlns:a16="http://schemas.microsoft.com/office/drawing/2014/main" id="{81CB0958-A4D8-946E-D57F-4D7CE0F33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0" name="Picture 4">
            <a:extLst>
              <a:ext uri="{FF2B5EF4-FFF2-40B4-BE49-F238E27FC236}">
                <a16:creationId xmlns:a16="http://schemas.microsoft.com/office/drawing/2014/main" id="{41771FEC-9F0D-5961-71DF-5D5B26305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1" name="Picture 5">
            <a:extLst>
              <a:ext uri="{FF2B5EF4-FFF2-40B4-BE49-F238E27FC236}">
                <a16:creationId xmlns:a16="http://schemas.microsoft.com/office/drawing/2014/main" id="{2F9691FD-D4D9-1C22-26E2-9502B8987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29718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942" name="Text Box 6">
            <a:extLst>
              <a:ext uri="{FF2B5EF4-FFF2-40B4-BE49-F238E27FC236}">
                <a16:creationId xmlns:a16="http://schemas.microsoft.com/office/drawing/2014/main" id="{C622C764-75CB-6783-1AAF-9E231B9B4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"/>
            <a:ext cx="373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x2 Attacks!</a:t>
            </a:r>
          </a:p>
        </p:txBody>
      </p:sp>
      <p:sp>
        <p:nvSpPr>
          <p:cNvPr id="39943" name="Text Box 7">
            <a:extLst>
              <a:ext uri="{FF2B5EF4-FFF2-40B4-BE49-F238E27FC236}">
                <a16:creationId xmlns:a16="http://schemas.microsoft.com/office/drawing/2014/main" id="{8A10D80B-8961-6F54-F1DF-334B18F3F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85800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39944" name="Text Box 8">
            <a:extLst>
              <a:ext uri="{FF2B5EF4-FFF2-40B4-BE49-F238E27FC236}">
                <a16:creationId xmlns:a16="http://schemas.microsoft.com/office/drawing/2014/main" id="{99797A2C-02D3-0257-B131-8BFE1A3D0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66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5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12139E-6 C 0.02014 0.0007 0.04028 0.00162 0.06042 0.00208 C 0.10747 0.00301 0.15469 0.00278 0.20174 0.00417 C 0.2342 0.00509 0.26459 0.02914 0.29688 0.03376 C 0.3408 0.04023 0.38438 0.04301 0.42865 0.0444 C 0.43681 0.04717 0.44393 0.05087 0.45243 0.05272 C 0.46754 0.05989 0.45747 0.05873 0.48108 0.06128 C 0.49236 0.06636 0.5099 0.07746 0.51441 0.05919 C 0.51129 0.05503 0.50729 0.05156 0.50486 0.04648 C 0.5 0.037 0.49618 0.02521 0.48889 0.01896 C 0.47969 0.00047 0.4684 -0.00416 0.45556 -0.01479 C 0.44115 -0.02682 0.42743 -0.04092 0.41285 -0.05294 C 0.39948 -0.06404 0.3842 -0.0719 0.36997 -0.08046 C 0.35104 -0.09202 0.33177 -0.10774 0.31111 -0.11214 C 0.30226 -0.11676 0.29531 -0.11861 0.28577 -0.12046 C 0.24948 -0.11907 0.24306 -0.12092 0.21754 -0.11422 C 0.20903 -0.10682 0.19827 -0.10289 0.18889 -0.09734 C 0.18021 -0.09202 0.17049 -0.08046 0.16042 -0.08046 C 0.15347 -0.08046 0.1467 -0.08046 0.13976 -0.08046 " pathEditMode="relative" ptsTypes="ffffffffffffffffffA">
                                      <p:cBhvr>
                                        <p:cTn id="10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58382E-6 C 0.0066 -0.0037 0.01233 -0.00624 0.0191 -0.00855 C 0.0382 -0.02451 0.05834 -0.03792 0.07778 -0.05295 C 0.08316 -0.05711 0.08802 -0.06219 0.09358 -0.06566 C 0.09809 -0.06844 0.10799 -0.07191 0.10799 -0.07191 C 0.12136 -0.08439 0.13959 -0.09641 0.15556 -0.1015 C 0.1691 -0.11075 0.18143 -0.11792 0.19688 -0.12069 C 0.2099 -0.12925 0.19549 -0.12092 0.21268 -0.12693 C 0.23108 -0.13341 0.24896 -0.13919 0.26823 -0.14173 C 0.28056 -0.14705 0.29271 -0.15191 0.30469 -0.15861 C 0.31042 -0.16185 0.31667 -0.16138 0.32222 -0.16508 C 0.32639 -0.16786 0.33073 -0.1704 0.3349 -0.17341 C 0.3382 -0.17595 0.3408 -0.18011 0.34445 -0.18196 C 0.35226 -0.18612 0.36025 -0.1889 0.36823 -0.19237 C 0.37656 -0.20416 0.38872 -0.20532 0.4 -0.20717 C 0.39115 -0.2437 0.35469 -0.25711 0.33021 -0.26636 C 0.32379 -0.26867 0.31736 -0.27214 0.31111 -0.27491 C 0.30799 -0.2763 0.30156 -0.27907 0.30156 -0.27907 C 0.29271 -0.2874 0.2757 -0.29017 0.26511 -0.29179 C 0.24948 -0.29849 0.23854 -0.29503 0.22066 -0.29387 C 0.20486 -0.28717 0.18924 -0.27722 0.17466 -0.26636 C 0.16771 -0.26127 0.1632 -0.25295 0.15556 -0.24948 C 0.14549 -0.23977 0.13733 -0.22682 0.12691 -0.2178 C 0.11702 -0.19144 0.13038 -0.22219 0.1191 -0.20717 C 0.11736 -0.20485 0.11719 -0.20138 0.1158 -0.19884 C 0.10834 -0.1852 0.09966 -0.17202 0.09202 -0.15861 C 0.08837 -0.15214 0.07917 -0.13757 0.07622 -0.1311 C 0.07257 -0.123 0.07153 -0.11283 0.06667 -0.10589 C 0.06007 -0.09665 0.05504 -0.09271 0.04601 -0.08462 C 0.0349 -0.07468 0.02709 -0.0615 0.01754 -0.04878 C 0.01372 -0.0437 0.00469 -0.03607 0.00469 -0.03607 C 0.00174 -0.02358 0.00538 -0.03468 -0.00469 -0.02127 C -0.00816 -0.01665 -0.01076 -0.0111 -0.01423 -0.00647 C -0.01614 0.00648 -0.01944 0.02104 -0.03177 0.02104 " pathEditMode="relative" ptsTypes="fffffffffffffffffffffffffffffffffA">
                                      <p:cBhvr>
                                        <p:cTn id="13" dur="10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/>
      <p:bldP spid="3994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>
            <a:extLst>
              <a:ext uri="{FF2B5EF4-FFF2-40B4-BE49-F238E27FC236}">
                <a16:creationId xmlns:a16="http://schemas.microsoft.com/office/drawing/2014/main" id="{EF45F0D4-6527-2BA3-758A-3CBE4D846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3" name="Picture 3">
            <a:extLst>
              <a:ext uri="{FF2B5EF4-FFF2-40B4-BE49-F238E27FC236}">
                <a16:creationId xmlns:a16="http://schemas.microsoft.com/office/drawing/2014/main" id="{6D24B3A9-03A7-3852-E1EF-F3975FFA0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50" y="34290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>
            <a:extLst>
              <a:ext uri="{FF2B5EF4-FFF2-40B4-BE49-F238E27FC236}">
                <a16:creationId xmlns:a16="http://schemas.microsoft.com/office/drawing/2014/main" id="{5F82986F-61D6-3807-2DA3-B29B5E28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3581400"/>
            <a:ext cx="20097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5" name="Picture 5">
            <a:extLst>
              <a:ext uri="{FF2B5EF4-FFF2-40B4-BE49-F238E27FC236}">
                <a16:creationId xmlns:a16="http://schemas.microsoft.com/office/drawing/2014/main" id="{B9B7F154-82BD-D36B-0ADD-14B6EB7E9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1150" y="609600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>
            <a:extLst>
              <a:ext uri="{FF2B5EF4-FFF2-40B4-BE49-F238E27FC236}">
                <a16:creationId xmlns:a16="http://schemas.microsoft.com/office/drawing/2014/main" id="{A4F49622-E61A-B7C6-E81D-CBA50C8B8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810000"/>
            <a:ext cx="2093913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67" name="Text Box 7">
            <a:extLst>
              <a:ext uri="{FF2B5EF4-FFF2-40B4-BE49-F238E27FC236}">
                <a16:creationId xmlns:a16="http://schemas.microsoft.com/office/drawing/2014/main" id="{B3988CF2-3388-8146-0167-6B881E42B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1000"/>
            <a:ext cx="434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goblin!!</a:t>
            </a:r>
          </a:p>
        </p:txBody>
      </p:sp>
      <p:sp>
        <p:nvSpPr>
          <p:cNvPr id="40968" name="Text Box 8">
            <a:hlinkClick r:id="rId7" action="ppaction://hlinksldjump"/>
            <a:extLst>
              <a:ext uri="{FF2B5EF4-FFF2-40B4-BE49-F238E27FC236}">
                <a16:creationId xmlns:a16="http://schemas.microsoft.com/office/drawing/2014/main" id="{6CF023A0-6174-F75C-DD64-0933D0DD4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3124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7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4.68208E-6 L -0.46667 4.68208E-6 " pathEditMode="relative" ptsTypes="AA">
                                      <p:cBhvr>
                                        <p:cTn id="6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834 0.83237 L 5E-6 1.84971E-6 " pathEditMode="relative" ptsTypes="AA">
                                      <p:cBhvr>
                                        <p:cTn id="12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/>
      <p:bldP spid="4096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>
            <a:extLst>
              <a:ext uri="{FF2B5EF4-FFF2-40B4-BE49-F238E27FC236}">
                <a16:creationId xmlns:a16="http://schemas.microsoft.com/office/drawing/2014/main" id="{6ADCEA31-E8FD-5290-958F-B1C932CE9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8" name="Picture 4">
            <a:extLst>
              <a:ext uri="{FF2B5EF4-FFF2-40B4-BE49-F238E27FC236}">
                <a16:creationId xmlns:a16="http://schemas.microsoft.com/office/drawing/2014/main" id="{FC68F699-02AF-DE28-2C33-D48B51D38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9" name="Picture 5">
            <a:extLst>
              <a:ext uri="{FF2B5EF4-FFF2-40B4-BE49-F238E27FC236}">
                <a16:creationId xmlns:a16="http://schemas.microsoft.com/office/drawing/2014/main" id="{BE6006A5-2052-13FA-C571-9D873EC39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29718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90" name="Text Box 6">
            <a:extLst>
              <a:ext uri="{FF2B5EF4-FFF2-40B4-BE49-F238E27FC236}">
                <a16:creationId xmlns:a16="http://schemas.microsoft.com/office/drawing/2014/main" id="{BCDDF935-CB62-B4CA-E214-20D2309C4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"/>
            <a:ext cx="373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x1 Attacks!</a:t>
            </a:r>
          </a:p>
        </p:txBody>
      </p:sp>
      <p:sp>
        <p:nvSpPr>
          <p:cNvPr id="41991" name="Text Box 7">
            <a:extLst>
              <a:ext uri="{FF2B5EF4-FFF2-40B4-BE49-F238E27FC236}">
                <a16:creationId xmlns:a16="http://schemas.microsoft.com/office/drawing/2014/main" id="{B2760506-7516-3095-8BE9-3CC47B2CE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85800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5 damage!</a:t>
            </a:r>
          </a:p>
        </p:txBody>
      </p:sp>
      <p:sp>
        <p:nvSpPr>
          <p:cNvPr id="41992" name="Text Box 8">
            <a:extLst>
              <a:ext uri="{FF2B5EF4-FFF2-40B4-BE49-F238E27FC236}">
                <a16:creationId xmlns:a16="http://schemas.microsoft.com/office/drawing/2014/main" id="{04CD2407-96F5-EAF5-02DE-A28906019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66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5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58382E-6 C 0.0066 -0.0037 0.01233 -0.00624 0.0191 -0.00855 C 0.0382 -0.02451 0.05834 -0.03792 0.07778 -0.05295 C 0.08316 -0.05711 0.08802 -0.06219 0.09358 -0.06566 C 0.09809 -0.06844 0.10799 -0.07191 0.10799 -0.07191 C 0.12136 -0.08439 0.13959 -0.09641 0.15556 -0.1015 C 0.1691 -0.11075 0.18143 -0.11792 0.19688 -0.12069 C 0.2099 -0.12925 0.19549 -0.12092 0.21268 -0.12693 C 0.23108 -0.13341 0.24896 -0.13919 0.26823 -0.14173 C 0.28056 -0.14705 0.29271 -0.15191 0.30469 -0.15861 C 0.31042 -0.16185 0.31667 -0.16138 0.32222 -0.16508 C 0.32639 -0.16786 0.33073 -0.1704 0.3349 -0.17341 C 0.3382 -0.17595 0.3408 -0.18011 0.34445 -0.18196 C 0.35226 -0.18612 0.36025 -0.1889 0.36823 -0.19237 C 0.37656 -0.20416 0.38872 -0.20532 0.4 -0.20717 C 0.39115 -0.2437 0.35469 -0.25711 0.33021 -0.26636 C 0.32379 -0.26867 0.31736 -0.27214 0.31111 -0.27491 C 0.30799 -0.2763 0.30156 -0.27907 0.30156 -0.27907 C 0.29271 -0.2874 0.2757 -0.29017 0.26511 -0.29179 C 0.24948 -0.29849 0.23854 -0.29503 0.22066 -0.29387 C 0.20486 -0.28717 0.18924 -0.27722 0.17466 -0.26636 C 0.16771 -0.26127 0.1632 -0.25295 0.15556 -0.24948 C 0.14549 -0.23977 0.13733 -0.22682 0.12691 -0.2178 C 0.11702 -0.19144 0.13038 -0.22219 0.1191 -0.20717 C 0.11736 -0.20485 0.11719 -0.20138 0.1158 -0.19884 C 0.10834 -0.1852 0.09966 -0.17202 0.09202 -0.15861 C 0.08837 -0.15214 0.07917 -0.13757 0.07622 -0.1311 C 0.07257 -0.123 0.07153 -0.11283 0.06667 -0.10589 C 0.06007 -0.09665 0.05504 -0.09271 0.04601 -0.08462 C 0.0349 -0.07468 0.02709 -0.0615 0.01754 -0.04878 C 0.01372 -0.0437 0.00469 -0.03607 0.00469 -0.03607 C 0.00174 -0.02358 0.00538 -0.03468 -0.00469 -0.02127 C -0.00816 -0.01665 -0.01076 -0.0111 -0.01423 -0.00647 C -0.01614 0.00648 -0.01944 0.02104 -0.03177 0.02104 " pathEditMode="relative" ptsTypes="fffffffffffffffffffffffffffffffffA">
                                      <p:cBhvr>
                                        <p:cTn id="10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1" grpId="0"/>
      <p:bldP spid="4199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>
            <a:extLst>
              <a:ext uri="{FF2B5EF4-FFF2-40B4-BE49-F238E27FC236}">
                <a16:creationId xmlns:a16="http://schemas.microsoft.com/office/drawing/2014/main" id="{D8971DD4-75F5-FB1A-3D5B-52425E361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59" name="Picture 3">
            <a:extLst>
              <a:ext uri="{FF2B5EF4-FFF2-40B4-BE49-F238E27FC236}">
                <a16:creationId xmlns:a16="http://schemas.microsoft.com/office/drawing/2014/main" id="{D383C11C-ABA5-6593-8224-1079683F7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50" y="34290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0" name="Picture 4">
            <a:extLst>
              <a:ext uri="{FF2B5EF4-FFF2-40B4-BE49-F238E27FC236}">
                <a16:creationId xmlns:a16="http://schemas.microsoft.com/office/drawing/2014/main" id="{247286C5-A510-52B9-45DD-67D09E254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3581400"/>
            <a:ext cx="20097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1" name="Picture 5">
            <a:extLst>
              <a:ext uri="{FF2B5EF4-FFF2-40B4-BE49-F238E27FC236}">
                <a16:creationId xmlns:a16="http://schemas.microsoft.com/office/drawing/2014/main" id="{1C7FB1E7-3564-DD10-AD65-5599425B1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1150" y="609600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2" name="Picture 6">
            <a:extLst>
              <a:ext uri="{FF2B5EF4-FFF2-40B4-BE49-F238E27FC236}">
                <a16:creationId xmlns:a16="http://schemas.microsoft.com/office/drawing/2014/main" id="{EA65EFE2-3840-E2D8-D380-8E897B8AA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810000"/>
            <a:ext cx="2093913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063" name="Text Box 7">
            <a:extLst>
              <a:ext uri="{FF2B5EF4-FFF2-40B4-BE49-F238E27FC236}">
                <a16:creationId xmlns:a16="http://schemas.microsoft.com/office/drawing/2014/main" id="{325EDC1D-C1CE-1A5F-E464-5F091D016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1000"/>
            <a:ext cx="434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goblin!</a:t>
            </a:r>
          </a:p>
        </p:txBody>
      </p:sp>
      <p:sp>
        <p:nvSpPr>
          <p:cNvPr id="45064" name="Text Box 8">
            <a:extLst>
              <a:ext uri="{FF2B5EF4-FFF2-40B4-BE49-F238E27FC236}">
                <a16:creationId xmlns:a16="http://schemas.microsoft.com/office/drawing/2014/main" id="{8B766462-ECDF-3F0C-F0F3-4846A7BAE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3124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7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4.68208E-6 L -0.46667 4.68208E-6 " pathEditMode="relative" ptsTypes="AA">
                                      <p:cBhvr>
                                        <p:cTn id="6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834 0.83237 L 5E-6 1.84971E-6 " pathEditMode="relative" ptsTypes="AA">
                                      <p:cBhvr>
                                        <p:cTn id="12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3" grpId="0"/>
      <p:bldP spid="4506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5" name="Picture 5">
            <a:extLst>
              <a:ext uri="{FF2B5EF4-FFF2-40B4-BE49-F238E27FC236}">
                <a16:creationId xmlns:a16="http://schemas.microsoft.com/office/drawing/2014/main" id="{B789F92F-D47F-422A-686D-7C72CAD17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9" name="Picture 9">
            <a:extLst>
              <a:ext uri="{FF2B5EF4-FFF2-40B4-BE49-F238E27FC236}">
                <a16:creationId xmlns:a16="http://schemas.microsoft.com/office/drawing/2014/main" id="{56AAC95F-9E05-5EF6-CC1B-1CFDEF666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124200"/>
            <a:ext cx="2200275" cy="209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91" name="Picture 11">
            <a:extLst>
              <a:ext uri="{FF2B5EF4-FFF2-40B4-BE49-F238E27FC236}">
                <a16:creationId xmlns:a16="http://schemas.microsoft.com/office/drawing/2014/main" id="{27AA1B4B-5F20-96CB-B410-BCCCA96D0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334000"/>
            <a:ext cx="2200275" cy="209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92" name="Picture 12">
            <a:extLst>
              <a:ext uri="{FF2B5EF4-FFF2-40B4-BE49-F238E27FC236}">
                <a16:creationId xmlns:a16="http://schemas.microsoft.com/office/drawing/2014/main" id="{7FC24A4F-8C9E-CD79-031C-EBD162260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352800"/>
            <a:ext cx="2200275" cy="209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93" name="Picture 13">
            <a:extLst>
              <a:ext uri="{FF2B5EF4-FFF2-40B4-BE49-F238E27FC236}">
                <a16:creationId xmlns:a16="http://schemas.microsoft.com/office/drawing/2014/main" id="{E243212C-2023-5C44-0FDD-799A33199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876800"/>
            <a:ext cx="12096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094" name="Text Box 14">
            <a:extLst>
              <a:ext uri="{FF2B5EF4-FFF2-40B4-BE49-F238E27FC236}">
                <a16:creationId xmlns:a16="http://schemas.microsoft.com/office/drawing/2014/main" id="{B1DB217D-3C64-16DB-FD11-F5A6F4E98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657600"/>
            <a:ext cx="266700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HAHAHAHA!!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YAH!! TAKE THAT STUPID GOBLINS!!!</a:t>
            </a:r>
          </a:p>
        </p:txBody>
      </p:sp>
      <p:pic>
        <p:nvPicPr>
          <p:cNvPr id="46095" name="Picture 15">
            <a:extLst>
              <a:ext uri="{FF2B5EF4-FFF2-40B4-BE49-F238E27FC236}">
                <a16:creationId xmlns:a16="http://schemas.microsoft.com/office/drawing/2014/main" id="{5D33067C-7207-0F49-1C1E-58E7BA82A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26670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96" name="Picture 16">
            <a:extLst>
              <a:ext uri="{FF2B5EF4-FFF2-40B4-BE49-F238E27FC236}">
                <a16:creationId xmlns:a16="http://schemas.microsoft.com/office/drawing/2014/main" id="{096EAAB9-BBF5-EF76-D772-AA8A3F504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45720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98" name="Picture 18">
            <a:extLst>
              <a:ext uri="{FF2B5EF4-FFF2-40B4-BE49-F238E27FC236}">
                <a16:creationId xmlns:a16="http://schemas.microsoft.com/office/drawing/2014/main" id="{C86C4A64-37B2-4F53-E4CD-90E97E0B1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600" y="46482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99" name="Picture 19">
            <a:extLst>
              <a:ext uri="{FF2B5EF4-FFF2-40B4-BE49-F238E27FC236}">
                <a16:creationId xmlns:a16="http://schemas.microsoft.com/office/drawing/2014/main" id="{78919C52-98AB-4EEF-5A14-108ED11F8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27432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100" name="Picture 20">
            <a:extLst>
              <a:ext uri="{FF2B5EF4-FFF2-40B4-BE49-F238E27FC236}">
                <a16:creationId xmlns:a16="http://schemas.microsoft.com/office/drawing/2014/main" id="{76A7209B-9D28-8677-EFA4-8B056924C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9144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102" name="Text Box 22">
            <a:extLst>
              <a:ext uri="{FF2B5EF4-FFF2-40B4-BE49-F238E27FC236}">
                <a16:creationId xmlns:a16="http://schemas.microsoft.com/office/drawing/2014/main" id="{080763BA-DEB3-89FC-B94E-B51984638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029200"/>
            <a:ext cx="243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continue….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5.83333E-6 6.76301E-6 C -0.00331 -0.00161 -0.00609 -0.00508 -0.00956 -0.00647 C -0.01459 -0.00878 -0.02015 -0.00878 -0.02536 -0.01063 C -0.03751 -0.01525 -0.04931 -0.01918 -0.06199 -0.02127 C -0.14168 -0.05664 -0.23022 -0.02404 -0.31425 -0.02335 C -0.31581 -0.02265 -0.31754 -0.02219 -0.31911 -0.02127 C -0.32084 -0.02011 -0.32206 -0.01803 -0.32379 -0.0171 C -0.32796 -0.01502 -0.33647 -0.01271 -0.33647 -0.01271 C -0.34185 -0.00809 -0.34619 -0.00647 -0.35244 -0.00439 C -0.36164 0.00209 -0.3724 0.00717 -0.38265 0.01041 C -0.38872 0.0148 -0.39497 0.01804 -0.40157 0.02105 C -0.40765 0.02868 -0.40192 0.0222 -0.41112 0.0296 C -0.41442 0.03215 -0.42067 0.03793 -0.42067 0.03793 C -0.4257 0.04833 -0.42952 0.04764 -0.43647 0.05688 C -0.4389 0.06012 -0.44046 0.06428 -0.44289 0.06752 C -0.44654 0.07238 -0.45157 0.07608 -0.45556 0.08024 C -0.45956 0.08463 -0.46112 0.08879 -0.46668 0.08879 " pathEditMode="relative" ptsTypes="ffffffffffffffffA">
                                      <p:cBhvr>
                                        <p:cTn id="10" dur="500" fill="hold"/>
                                        <p:tgtEl>
                                          <p:spTgt spid="460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83333E-6 6.76301E-6 C -0.00331 -0.00161 -0.00609 -0.00508 -0.00956 -0.00647 C -0.01459 -0.00878 -0.02015 -0.00878 -0.02536 -0.01063 C -0.03751 -0.01525 -0.04931 -0.01918 -0.06199 -0.02127 C -0.14168 -0.05664 -0.23022 -0.02404 -0.31425 -0.02335 C -0.31581 -0.02265 -0.31754 -0.02219 -0.31911 -0.02127 C -0.32084 -0.02011 -0.32206 -0.01803 -0.32379 -0.0171 C -0.32796 -0.01502 -0.33647 -0.01271 -0.33647 -0.01271 C -0.34185 -0.00809 -0.34619 -0.00647 -0.35244 -0.00439 C -0.36164 0.00209 -0.3724 0.00717 -0.38265 0.01041 C -0.38872 0.0148 -0.39497 0.01804 -0.40157 0.02105 C -0.40765 0.02868 -0.40192 0.0222 -0.41112 0.0296 C -0.41442 0.03215 -0.42067 0.03793 -0.42067 0.03793 C -0.4257 0.04833 -0.42952 0.04764 -0.43647 0.05688 C -0.4389 0.06012 -0.44046 0.06428 -0.44289 0.06752 C -0.44654 0.07238 -0.45157 0.07608 -0.45556 0.08024 C -0.45956 0.08463 -0.46112 0.08879 -0.46668 0.08879 " pathEditMode="relative" rAng="0" ptsTypes="ffffffffffffffffA">
                                      <p:cBhvr>
                                        <p:cTn id="13" dur="500" fill="hold"/>
                                        <p:tgtEl>
                                          <p:spTgt spid="460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83333E-6 6.76301E-6 C -0.00331 -0.00161 -0.00609 -0.00508 -0.00956 -0.00647 C -0.01459 -0.00878 -0.02015 -0.00878 -0.02536 -0.01063 C -0.03751 -0.01525 -0.04931 -0.01918 -0.06199 -0.02127 C -0.14168 -0.05664 -0.23022 -0.02404 -0.31425 -0.02335 C -0.31581 -0.02265 -0.31754 -0.02219 -0.31911 -0.02127 C -0.32084 -0.02011 -0.32206 -0.01803 -0.32379 -0.0171 C -0.32796 -0.01502 -0.33647 -0.01271 -0.33647 -0.01271 C -0.34185 -0.00809 -0.34619 -0.00647 -0.35244 -0.00439 C -0.36164 0.00209 -0.3724 0.00717 -0.38265 0.01041 C -0.38872 0.0148 -0.39497 0.01804 -0.40157 0.02105 C -0.40765 0.02868 -0.40192 0.0222 -0.41112 0.0296 C -0.41442 0.03215 -0.42067 0.03793 -0.42067 0.03793 C -0.4257 0.04833 -0.42952 0.04764 -0.43647 0.05688 C -0.4389 0.06012 -0.44046 0.06428 -0.44289 0.06752 C -0.44654 0.07238 -0.45157 0.07608 -0.45556 0.08024 C -0.45956 0.08463 -0.46112 0.08879 -0.46668 0.08879 " pathEditMode="relative" rAng="0" ptsTypes="ffffffffffffffffA">
                                      <p:cBhvr>
                                        <p:cTn id="16" dur="500" fill="hold"/>
                                        <p:tgtEl>
                                          <p:spTgt spid="460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83333E-6 6.76301E-6 C -0.00331 -0.00161 -0.00609 -0.00508 -0.00956 -0.00647 C -0.01459 -0.00878 -0.02015 -0.00878 -0.02536 -0.01063 C -0.03751 -0.01525 -0.04931 -0.01918 -0.06199 -0.02127 C -0.14168 -0.05664 -0.23022 -0.02404 -0.31425 -0.02335 C -0.31581 -0.02265 -0.31754 -0.02219 -0.31911 -0.02127 C -0.32084 -0.02011 -0.32206 -0.01803 -0.32379 -0.0171 C -0.32796 -0.01502 -0.33647 -0.01271 -0.33647 -0.01271 C -0.34185 -0.00809 -0.34619 -0.00647 -0.35244 -0.00439 C -0.36164 0.00209 -0.3724 0.00717 -0.38265 0.01041 C -0.38872 0.0148 -0.39497 0.01804 -0.40157 0.02105 C -0.40765 0.02868 -0.40192 0.0222 -0.41112 0.0296 C -0.41442 0.03215 -0.42067 0.03793 -0.42067 0.03793 C -0.4257 0.04833 -0.42952 0.04764 -0.43647 0.05688 C -0.4389 0.06012 -0.44046 0.06428 -0.44289 0.06752 C -0.44654 0.07238 -0.45157 0.07608 -0.45556 0.08024 C -0.45956 0.08463 -0.46112 0.08879 -0.46668 0.08879 " pathEditMode="relative" rAng="0" ptsTypes="ffffffffffffffffA">
                                      <p:cBhvr>
                                        <p:cTn id="19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83333E-6 6.76301E-6 C -0.00331 -0.00161 -0.00609 -0.00508 -0.00956 -0.00647 C -0.01459 -0.00878 -0.02015 -0.00878 -0.02536 -0.01063 C -0.03751 -0.01525 -0.04931 -0.01918 -0.06199 -0.02127 C -0.14168 -0.05664 -0.23022 -0.02404 -0.31425 -0.02335 C -0.31581 -0.02265 -0.31754 -0.02219 -0.31911 -0.02127 C -0.32084 -0.02011 -0.32206 -0.01803 -0.32379 -0.0171 C -0.32796 -0.01502 -0.33647 -0.01271 -0.33647 -0.01271 C -0.34185 -0.00809 -0.34619 -0.00647 -0.35244 -0.00439 C -0.36164 0.00209 -0.3724 0.00717 -0.38265 0.01041 C -0.38872 0.0148 -0.39497 0.01804 -0.40157 0.02105 C -0.40765 0.02868 -0.40192 0.0222 -0.41112 0.0296 C -0.41442 0.03215 -0.42067 0.03793 -0.42067 0.03793 C -0.4257 0.04833 -0.42952 0.04764 -0.43647 0.05688 C -0.4389 0.06012 -0.44046 0.06428 -0.44289 0.06752 C -0.44654 0.07238 -0.45157 0.07608 -0.45556 0.08024 C -0.45956 0.08463 -0.46112 0.08879 -0.46668 0.08879 " pathEditMode="relative" rAng="0" ptsTypes="ffffffffffffffffA">
                                      <p:cBhvr>
                                        <p:cTn id="22" dur="5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0.00717 C -0.08646 0.0037 -0.17135 -0.00717 -0.25781 -0.00717 " pathEditMode="relative" rAng="0" ptsTypes="fA">
                                      <p:cBhvr>
                                        <p:cTn id="25" dur="20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99" y="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4" grpId="0"/>
      <p:bldP spid="46094" grpId="1"/>
      <p:bldP spid="4610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>
            <a:extLst>
              <a:ext uri="{FF2B5EF4-FFF2-40B4-BE49-F238E27FC236}">
                <a16:creationId xmlns:a16="http://schemas.microsoft.com/office/drawing/2014/main" id="{C8E5ACCD-7557-865B-FC32-E0520B824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7" name="Picture 3">
            <a:extLst>
              <a:ext uri="{FF2B5EF4-FFF2-40B4-BE49-F238E27FC236}">
                <a16:creationId xmlns:a16="http://schemas.microsoft.com/office/drawing/2014/main" id="{D32F405A-A8BE-46AC-C3C3-725176E12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352800"/>
            <a:ext cx="1655763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8" name="Picture 4">
            <a:extLst>
              <a:ext uri="{FF2B5EF4-FFF2-40B4-BE49-F238E27FC236}">
                <a16:creationId xmlns:a16="http://schemas.microsoft.com/office/drawing/2014/main" id="{B27F8BC9-36BC-079C-7CD5-54F3B3BCC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286000"/>
            <a:ext cx="2495550" cy="17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9" name="Picture 5">
            <a:extLst>
              <a:ext uri="{FF2B5EF4-FFF2-40B4-BE49-F238E27FC236}">
                <a16:creationId xmlns:a16="http://schemas.microsoft.com/office/drawing/2014/main" id="{1EE237BF-B5F8-CA24-5FF6-57E9AB03B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438400"/>
            <a:ext cx="2819400" cy="151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110" name="Text Box 6">
            <a:extLst>
              <a:ext uri="{FF2B5EF4-FFF2-40B4-BE49-F238E27FC236}">
                <a16:creationId xmlns:a16="http://schemas.microsoft.com/office/drawing/2014/main" id="{6E707CA7-E21A-0FA7-F28A-79E5BFFA6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"/>
            <a:ext cx="487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Can’t escape!</a:t>
            </a:r>
          </a:p>
        </p:txBody>
      </p:sp>
      <p:sp>
        <p:nvSpPr>
          <p:cNvPr id="47111" name="Text Box 7">
            <a:extLst>
              <a:ext uri="{FF2B5EF4-FFF2-40B4-BE49-F238E27FC236}">
                <a16:creationId xmlns:a16="http://schemas.microsoft.com/office/drawing/2014/main" id="{71EE0B58-CA7F-4A32-A7C3-1498A26DA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7620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continue….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79 0.00486 C 0.01476 0.00416 0.05347 0.00416 0.09201 0.00278 C 0.09427 0.00278 0.09618 0.00093 0.09844 0.0007 C 0.12118 -0.00115 0.16666 -0.00347 0.16666 -0.00323 C 0.1868 -0.00647 0.20694 -0.0141 0.22691 -0.01618 C 0.24496 -0.01826 0.26285 -0.01873 0.2809 -0.02057 C 0.28403 -0.02127 0.28732 -0.02173 0.29045 -0.02266 C 0.29479 -0.02381 0.30312 -0.02682 0.30312 -0.02659 C 0.3118 -0.03422 0.32101 -0.03815 0.33021 -0.0437 C 0.3375 -0.04809 0.34479 -0.05526 0.35243 -0.05849 C 0.35729 -0.0652 0.36319 -0.06936 0.36979 -0.07329 C 0.37291 -0.07514 0.37934 -0.07745 0.37934 -0.07722 C 0.38437 -0.08439 0.38802 -0.09271 0.39201 -0.10081 C 0.39305 -0.10289 0.3941 -0.10497 0.39514 -0.10705 C 0.39618 -0.10913 0.39844 -0.11352 0.39844 -0.11329 C 0.39896 -0.1156 0.39913 -0.11792 0.4 -0.11977 C 0.40069 -0.12162 0.40278 -0.12208 0.40312 -0.12416 C 0.40364 -0.13179 0.40191 -0.13965 0.40156 -0.14728 C 0.40087 -0.1593 0.40087 -0.17133 0.4 -0.18335 C 0.39913 -0.1956 0.39357 -0.20716 0.39357 -0.21919 " pathEditMode="relative" rAng="0" ptsTypes="fffffffffffffffffffA">
                                      <p:cBhvr>
                                        <p:cTn id="6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72" y="-1121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72 0.0393 C -0.04115 0.05225 -0.03386 0.04046 -0.04271 0.04763 C -0.04636 0.05063 -0.05052 0.05618 -0.05382 0.06034 C -0.06146 0.09133 -0.05608 0.1237 -0.06007 0.1556 C -0.0592 0.17318 -0.05747 0.19075 -0.05695 0.20832 C -0.05608 0.23653 -0.05764 0.26497 -0.05538 0.29295 C -0.05469 0.30196 -0.04774 0.30566 -0.04427 0.31191 C -0.03872 0.32231 -0.0309 0.34543 -0.02205 0.35214 C -0.01094 0.36046 0.01146 0.36069 0.02396 0.36277 C 0.11146 0.36069 0.09948 0.3963 0.11128 0.34797 C 0.11198 0.34497 0.11458 0.34358 0.11614 0.3415 " pathEditMode="relative" rAng="0" ptsTypes="ffffffffffA">
                                      <p:cBhvr>
                                        <p:cTn id="9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178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>
            <a:extLst>
              <a:ext uri="{FF2B5EF4-FFF2-40B4-BE49-F238E27FC236}">
                <a16:creationId xmlns:a16="http://schemas.microsoft.com/office/drawing/2014/main" id="{91D1CB3B-EA66-3405-9DE6-C4F1A4398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31" name="Picture 3">
            <a:extLst>
              <a:ext uri="{FF2B5EF4-FFF2-40B4-BE49-F238E27FC236}">
                <a16:creationId xmlns:a16="http://schemas.microsoft.com/office/drawing/2014/main" id="{65F49AF0-933B-D177-AA6A-95123BF86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32" name="Picture 4">
            <a:extLst>
              <a:ext uri="{FF2B5EF4-FFF2-40B4-BE49-F238E27FC236}">
                <a16:creationId xmlns:a16="http://schemas.microsoft.com/office/drawing/2014/main" id="{450CA1FA-34B7-B462-AF2C-F4568187D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29718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133" name="Text Box 5">
            <a:extLst>
              <a:ext uri="{FF2B5EF4-FFF2-40B4-BE49-F238E27FC236}">
                <a16:creationId xmlns:a16="http://schemas.microsoft.com/office/drawing/2014/main" id="{51AC9D4D-B4A2-5966-4FA5-C5842A46C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"/>
            <a:ext cx="373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x1 Attacks!</a:t>
            </a:r>
          </a:p>
        </p:txBody>
      </p:sp>
      <p:sp>
        <p:nvSpPr>
          <p:cNvPr id="48134" name="Text Box 6">
            <a:extLst>
              <a:ext uri="{FF2B5EF4-FFF2-40B4-BE49-F238E27FC236}">
                <a16:creationId xmlns:a16="http://schemas.microsoft.com/office/drawing/2014/main" id="{7DBA356E-6ACB-AA95-7AD5-6A1145529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85800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5 damage!</a:t>
            </a:r>
          </a:p>
        </p:txBody>
      </p:sp>
      <p:sp>
        <p:nvSpPr>
          <p:cNvPr id="48135" name="Text Box 7">
            <a:extLst>
              <a:ext uri="{FF2B5EF4-FFF2-40B4-BE49-F238E27FC236}">
                <a16:creationId xmlns:a16="http://schemas.microsoft.com/office/drawing/2014/main" id="{1F3388BD-BA1B-4EAC-6C13-50FF6B484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66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5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58382E-6 C 0.0066 -0.0037 0.01233 -0.00624 0.0191 -0.00855 C 0.0382 -0.02451 0.05834 -0.03792 0.07778 -0.05295 C 0.08316 -0.05711 0.08802 -0.06219 0.09358 -0.06566 C 0.09809 -0.06844 0.10799 -0.07191 0.10799 -0.07191 C 0.12136 -0.08439 0.13959 -0.09641 0.15556 -0.1015 C 0.1691 -0.11075 0.18143 -0.11792 0.19688 -0.12069 C 0.2099 -0.12925 0.19549 -0.12092 0.21268 -0.12693 C 0.23108 -0.13341 0.24896 -0.13919 0.26823 -0.14173 C 0.28056 -0.14705 0.29271 -0.15191 0.30469 -0.15861 C 0.31042 -0.16185 0.31667 -0.16138 0.32222 -0.16508 C 0.32639 -0.16786 0.33073 -0.1704 0.3349 -0.17341 C 0.3382 -0.17595 0.3408 -0.18011 0.34445 -0.18196 C 0.35226 -0.18612 0.36025 -0.1889 0.36823 -0.19237 C 0.37656 -0.20416 0.38872 -0.20532 0.4 -0.20717 C 0.39115 -0.2437 0.35469 -0.25711 0.33021 -0.26636 C 0.32379 -0.26867 0.31736 -0.27214 0.31111 -0.27491 C 0.30799 -0.2763 0.30156 -0.27907 0.30156 -0.27907 C 0.29271 -0.2874 0.2757 -0.29017 0.26511 -0.29179 C 0.24948 -0.29849 0.23854 -0.29503 0.22066 -0.29387 C 0.20486 -0.28717 0.18924 -0.27722 0.17466 -0.26636 C 0.16771 -0.26127 0.1632 -0.25295 0.15556 -0.24948 C 0.14549 -0.23977 0.13733 -0.22682 0.12691 -0.2178 C 0.11702 -0.19144 0.13038 -0.22219 0.1191 -0.20717 C 0.11736 -0.20485 0.11719 -0.20138 0.1158 -0.19884 C 0.10834 -0.1852 0.09966 -0.17202 0.09202 -0.15861 C 0.08837 -0.15214 0.07917 -0.13757 0.07622 -0.1311 C 0.07257 -0.123 0.07153 -0.11283 0.06667 -0.10589 C 0.06007 -0.09665 0.05504 -0.09271 0.04601 -0.08462 C 0.0349 -0.07468 0.02709 -0.0615 0.01754 -0.04878 C 0.01372 -0.0437 0.00469 -0.03607 0.00469 -0.03607 C 0.00174 -0.02358 0.00538 -0.03468 -0.00469 -0.02127 C -0.00816 -0.01665 -0.01076 -0.0111 -0.01423 -0.00647 C -0.01614 0.00648 -0.01944 0.02104 -0.03177 0.02104 " pathEditMode="relative" ptsTypes="fffffffffffffffffffffffffffffffffA">
                                      <p:cBhvr>
                                        <p:cTn id="10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4" grpId="0"/>
      <p:bldP spid="4813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>
            <a:extLst>
              <a:ext uri="{FF2B5EF4-FFF2-40B4-BE49-F238E27FC236}">
                <a16:creationId xmlns:a16="http://schemas.microsoft.com/office/drawing/2014/main" id="{D67EF9EE-D60A-5F04-BA51-BB385BAE6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155" name="Text Box 3">
            <a:extLst>
              <a:ext uri="{FF2B5EF4-FFF2-40B4-BE49-F238E27FC236}">
                <a16:creationId xmlns:a16="http://schemas.microsoft.com/office/drawing/2014/main" id="{D5EDF57A-1F39-4769-4B43-7E2077D58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33400"/>
            <a:ext cx="838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20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E828BF20-0B58-20F2-886A-022FB2F66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49157" name="Text Box 5">
            <a:extLst>
              <a:ext uri="{FF2B5EF4-FFF2-40B4-BE49-F238E27FC236}">
                <a16:creationId xmlns:a16="http://schemas.microsoft.com/office/drawing/2014/main" id="{1ACEB4EF-5478-B863-128C-B180C7FDF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953000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-flee</a:t>
            </a:r>
            <a:endParaRPr lang="en-US" altLang="en-US"/>
          </a:p>
        </p:txBody>
      </p:sp>
      <p:pic>
        <p:nvPicPr>
          <p:cNvPr id="49158" name="Picture 6">
            <a:extLst>
              <a:ext uri="{FF2B5EF4-FFF2-40B4-BE49-F238E27FC236}">
                <a16:creationId xmlns:a16="http://schemas.microsoft.com/office/drawing/2014/main" id="{58FBBB7E-8AF8-6AC1-CE7B-C0120CBD9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>
            <a:extLst>
              <a:ext uri="{FF2B5EF4-FFF2-40B4-BE49-F238E27FC236}">
                <a16:creationId xmlns:a16="http://schemas.microsoft.com/office/drawing/2014/main" id="{00DC52AF-675D-C9B9-67AF-2EC590AB4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179" name="Picture 3">
            <a:extLst>
              <a:ext uri="{FF2B5EF4-FFF2-40B4-BE49-F238E27FC236}">
                <a16:creationId xmlns:a16="http://schemas.microsoft.com/office/drawing/2014/main" id="{895350B0-AF4C-8819-4288-436643B54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50" y="34290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180" name="Picture 4">
            <a:extLst>
              <a:ext uri="{FF2B5EF4-FFF2-40B4-BE49-F238E27FC236}">
                <a16:creationId xmlns:a16="http://schemas.microsoft.com/office/drawing/2014/main" id="{AB83F3E3-A689-BA0C-AF09-9D5FD6C14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3581400"/>
            <a:ext cx="20097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181" name="Picture 5">
            <a:extLst>
              <a:ext uri="{FF2B5EF4-FFF2-40B4-BE49-F238E27FC236}">
                <a16:creationId xmlns:a16="http://schemas.microsoft.com/office/drawing/2014/main" id="{1D7AE9D4-D31F-920B-50F3-2F7911F4E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1150" y="609600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182" name="Picture 6">
            <a:extLst>
              <a:ext uri="{FF2B5EF4-FFF2-40B4-BE49-F238E27FC236}">
                <a16:creationId xmlns:a16="http://schemas.microsoft.com/office/drawing/2014/main" id="{B0193379-0B17-C5C9-800D-E23586925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810000"/>
            <a:ext cx="2093913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83" name="Text Box 7">
            <a:extLst>
              <a:ext uri="{FF2B5EF4-FFF2-40B4-BE49-F238E27FC236}">
                <a16:creationId xmlns:a16="http://schemas.microsoft.com/office/drawing/2014/main" id="{B5D1FE2C-8090-FC5C-78D1-0538015A0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1000"/>
            <a:ext cx="434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goblin!</a:t>
            </a:r>
          </a:p>
        </p:txBody>
      </p:sp>
      <p:sp>
        <p:nvSpPr>
          <p:cNvPr id="50184" name="Text Box 8">
            <a:extLst>
              <a:ext uri="{FF2B5EF4-FFF2-40B4-BE49-F238E27FC236}">
                <a16:creationId xmlns:a16="http://schemas.microsoft.com/office/drawing/2014/main" id="{30184175-4D56-D1B7-CC93-4E448D8A2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3124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7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4.68208E-6 L -0.46667 4.68208E-6 " pathEditMode="relative" ptsTypes="AA">
                                      <p:cBhvr>
                                        <p:cTn id="6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834 0.83237 L 5E-6 1.84971E-6 " pathEditMode="relative" ptsTypes="AA">
                                      <p:cBhvr>
                                        <p:cTn id="12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  <p:bldP spid="5018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>
            <a:extLst>
              <a:ext uri="{FF2B5EF4-FFF2-40B4-BE49-F238E27FC236}">
                <a16:creationId xmlns:a16="http://schemas.microsoft.com/office/drawing/2014/main" id="{5F7AD43F-1D54-5E1B-870D-F5EE6A0E1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03" name="Picture 3">
            <a:extLst>
              <a:ext uri="{FF2B5EF4-FFF2-40B4-BE49-F238E27FC236}">
                <a16:creationId xmlns:a16="http://schemas.microsoft.com/office/drawing/2014/main" id="{59AE22FF-4788-6744-E92D-768DA5B52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352800"/>
            <a:ext cx="1655763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04" name="Picture 4">
            <a:extLst>
              <a:ext uri="{FF2B5EF4-FFF2-40B4-BE49-F238E27FC236}">
                <a16:creationId xmlns:a16="http://schemas.microsoft.com/office/drawing/2014/main" id="{B1F50C9F-1AE5-F9FC-E28D-31B467636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286000"/>
            <a:ext cx="2495550" cy="17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05" name="Picture 5">
            <a:extLst>
              <a:ext uri="{FF2B5EF4-FFF2-40B4-BE49-F238E27FC236}">
                <a16:creationId xmlns:a16="http://schemas.microsoft.com/office/drawing/2014/main" id="{AD48959A-3A85-E575-7F56-08D666EB9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438400"/>
            <a:ext cx="2819400" cy="151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06" name="Text Box 6">
            <a:extLst>
              <a:ext uri="{FF2B5EF4-FFF2-40B4-BE49-F238E27FC236}">
                <a16:creationId xmlns:a16="http://schemas.microsoft.com/office/drawing/2014/main" id="{B8077D08-B88F-4909-46E4-1E524A5E0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"/>
            <a:ext cx="487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Can’t escape!</a:t>
            </a:r>
          </a:p>
        </p:txBody>
      </p:sp>
      <p:sp>
        <p:nvSpPr>
          <p:cNvPr id="51207" name="Text Box 7">
            <a:extLst>
              <a:ext uri="{FF2B5EF4-FFF2-40B4-BE49-F238E27FC236}">
                <a16:creationId xmlns:a16="http://schemas.microsoft.com/office/drawing/2014/main" id="{8E47FBBA-DD1A-5565-6113-2C766ED14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7620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continue….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79 0.00486 C 0.01476 0.00416 0.05347 0.00416 0.09201 0.00278 C 0.09427 0.00278 0.09618 0.00093 0.09844 0.0007 C 0.12118 -0.00115 0.16666 -0.00347 0.16666 -0.00323 C 0.1868 -0.00647 0.20694 -0.0141 0.22691 -0.01618 C 0.24496 -0.01826 0.26285 -0.01873 0.2809 -0.02057 C 0.28403 -0.02127 0.28732 -0.02173 0.29045 -0.02266 C 0.29479 -0.02381 0.30312 -0.02682 0.30312 -0.02659 C 0.3118 -0.03422 0.32101 -0.03815 0.33021 -0.0437 C 0.3375 -0.04809 0.34479 -0.05526 0.35243 -0.05849 C 0.35729 -0.0652 0.36319 -0.06936 0.36979 -0.07329 C 0.37291 -0.07514 0.37934 -0.07745 0.37934 -0.07722 C 0.38437 -0.08439 0.38802 -0.09271 0.39201 -0.10081 C 0.39305 -0.10289 0.3941 -0.10497 0.39514 -0.10705 C 0.39618 -0.10913 0.39844 -0.11352 0.39844 -0.11329 C 0.39896 -0.1156 0.39913 -0.11792 0.4 -0.11977 C 0.40069 -0.12162 0.40278 -0.12208 0.40312 -0.12416 C 0.40364 -0.13179 0.40191 -0.13965 0.40156 -0.14728 C 0.40087 -0.1593 0.40087 -0.17133 0.4 -0.18335 C 0.39913 -0.1956 0.39357 -0.20716 0.39357 -0.21919 " pathEditMode="relative" rAng="0" ptsTypes="fffffffffffffffffffA">
                                      <p:cBhvr>
                                        <p:cTn id="6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72" y="-1121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72 0.0393 C -0.04115 0.05225 -0.03386 0.04046 -0.04271 0.04763 C -0.04636 0.05063 -0.05052 0.05618 -0.05382 0.06034 C -0.06146 0.09133 -0.05608 0.1237 -0.06007 0.1556 C -0.0592 0.17318 -0.05747 0.19075 -0.05695 0.20832 C -0.05608 0.23653 -0.05764 0.26497 -0.05538 0.29295 C -0.05469 0.30196 -0.04774 0.30566 -0.04427 0.31191 C -0.03872 0.32231 -0.0309 0.34543 -0.02205 0.35214 C -0.01094 0.36046 0.01146 0.36069 0.02396 0.36277 C 0.11146 0.36069 0.09948 0.3963 0.11128 0.34797 C 0.11198 0.34497 0.11458 0.34358 0.11614 0.3415 " pathEditMode="relative" rAng="0" ptsTypes="ffffffffffA">
                                      <p:cBhvr>
                                        <p:cTn id="9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178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>
            <a:extLst>
              <a:ext uri="{FF2B5EF4-FFF2-40B4-BE49-F238E27FC236}">
                <a16:creationId xmlns:a16="http://schemas.microsoft.com/office/drawing/2014/main" id="{8BE2F15B-BA54-FA10-C5FC-6C72D0989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27" name="Picture 3">
            <a:extLst>
              <a:ext uri="{FF2B5EF4-FFF2-40B4-BE49-F238E27FC236}">
                <a16:creationId xmlns:a16="http://schemas.microsoft.com/office/drawing/2014/main" id="{75BF72B0-C844-78B7-1492-355FAA167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15303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28" name="Picture 4">
            <a:extLst>
              <a:ext uri="{FF2B5EF4-FFF2-40B4-BE49-F238E27FC236}">
                <a16:creationId xmlns:a16="http://schemas.microsoft.com/office/drawing/2014/main" id="{4978D242-0764-4E5D-06AE-4F9EBEDAF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29718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229" name="Text Box 5">
            <a:extLst>
              <a:ext uri="{FF2B5EF4-FFF2-40B4-BE49-F238E27FC236}">
                <a16:creationId xmlns:a16="http://schemas.microsoft.com/office/drawing/2014/main" id="{771E15C4-34C1-A345-5998-1103712B4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"/>
            <a:ext cx="373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x1 Attacks!</a:t>
            </a:r>
          </a:p>
        </p:txBody>
      </p:sp>
      <p:sp>
        <p:nvSpPr>
          <p:cNvPr id="52230" name="Text Box 6">
            <a:extLst>
              <a:ext uri="{FF2B5EF4-FFF2-40B4-BE49-F238E27FC236}">
                <a16:creationId xmlns:a16="http://schemas.microsoft.com/office/drawing/2014/main" id="{CD6AB01B-3D8F-6081-4CFE-1DF7B3BC2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85800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5 damage!</a:t>
            </a:r>
          </a:p>
        </p:txBody>
      </p:sp>
      <p:sp>
        <p:nvSpPr>
          <p:cNvPr id="52231" name="Text Box 7">
            <a:extLst>
              <a:ext uri="{FF2B5EF4-FFF2-40B4-BE49-F238E27FC236}">
                <a16:creationId xmlns:a16="http://schemas.microsoft.com/office/drawing/2014/main" id="{1FE8CBE9-BA2C-6A26-39C2-A33BC2DD2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66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5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58382E-6 C 0.0066 -0.0037 0.01233 -0.00624 0.0191 -0.00855 C 0.0382 -0.02451 0.05834 -0.03792 0.07778 -0.05295 C 0.08316 -0.05711 0.08802 -0.06219 0.09358 -0.06566 C 0.09809 -0.06844 0.10799 -0.07191 0.10799 -0.07191 C 0.12136 -0.08439 0.13959 -0.09641 0.15556 -0.1015 C 0.1691 -0.11075 0.18143 -0.11792 0.19688 -0.12069 C 0.2099 -0.12925 0.19549 -0.12092 0.21268 -0.12693 C 0.23108 -0.13341 0.24896 -0.13919 0.26823 -0.14173 C 0.28056 -0.14705 0.29271 -0.15191 0.30469 -0.15861 C 0.31042 -0.16185 0.31667 -0.16138 0.32222 -0.16508 C 0.32639 -0.16786 0.33073 -0.1704 0.3349 -0.17341 C 0.3382 -0.17595 0.3408 -0.18011 0.34445 -0.18196 C 0.35226 -0.18612 0.36025 -0.1889 0.36823 -0.19237 C 0.37656 -0.20416 0.38872 -0.20532 0.4 -0.20717 C 0.39115 -0.2437 0.35469 -0.25711 0.33021 -0.26636 C 0.32379 -0.26867 0.31736 -0.27214 0.31111 -0.27491 C 0.30799 -0.2763 0.30156 -0.27907 0.30156 -0.27907 C 0.29271 -0.2874 0.2757 -0.29017 0.26511 -0.29179 C 0.24948 -0.29849 0.23854 -0.29503 0.22066 -0.29387 C 0.20486 -0.28717 0.18924 -0.27722 0.17466 -0.26636 C 0.16771 -0.26127 0.1632 -0.25295 0.15556 -0.24948 C 0.14549 -0.23977 0.13733 -0.22682 0.12691 -0.2178 C 0.11702 -0.19144 0.13038 -0.22219 0.1191 -0.20717 C 0.11736 -0.20485 0.11719 -0.20138 0.1158 -0.19884 C 0.10834 -0.1852 0.09966 -0.17202 0.09202 -0.15861 C 0.08837 -0.15214 0.07917 -0.13757 0.07622 -0.1311 C 0.07257 -0.123 0.07153 -0.11283 0.06667 -0.10589 C 0.06007 -0.09665 0.05504 -0.09271 0.04601 -0.08462 C 0.0349 -0.07468 0.02709 -0.0615 0.01754 -0.04878 C 0.01372 -0.0437 0.00469 -0.03607 0.00469 -0.03607 C 0.00174 -0.02358 0.00538 -0.03468 -0.00469 -0.02127 C -0.00816 -0.01665 -0.01076 -0.0111 -0.01423 -0.00647 C -0.01614 0.00648 -0.01944 0.02104 -0.03177 0.02104 " pathEditMode="relative" ptsTypes="fffffffffffffffffffffffffffffffffA">
                                      <p:cBhvr>
                                        <p:cTn id="10" dur="10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0" grpId="0"/>
      <p:bldP spid="5223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3" name="Picture 5">
            <a:extLst>
              <a:ext uri="{FF2B5EF4-FFF2-40B4-BE49-F238E27FC236}">
                <a16:creationId xmlns:a16="http://schemas.microsoft.com/office/drawing/2014/main" id="{730FC031-5ACD-7F2B-3FB4-4CA1B9D8A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4" name="Picture 6">
            <a:extLst>
              <a:ext uri="{FF2B5EF4-FFF2-40B4-BE49-F238E27FC236}">
                <a16:creationId xmlns:a16="http://schemas.microsoft.com/office/drawing/2014/main" id="{5C633478-690C-1BC8-BCA7-15FC4DA29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038600"/>
            <a:ext cx="153352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255" name="Text Box 7">
            <a:extLst>
              <a:ext uri="{FF2B5EF4-FFF2-40B4-BE49-F238E27FC236}">
                <a16:creationId xmlns:a16="http://schemas.microsoft.com/office/drawing/2014/main" id="{3AA2D70D-BE76-FF15-1136-F865E9358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590800"/>
            <a:ext cx="304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So you flee like crazy</a:t>
            </a:r>
          </a:p>
        </p:txBody>
      </p:sp>
      <p:pic>
        <p:nvPicPr>
          <p:cNvPr id="53256" name="Picture 8">
            <a:extLst>
              <a:ext uri="{FF2B5EF4-FFF2-40B4-BE49-F238E27FC236}">
                <a16:creationId xmlns:a16="http://schemas.microsoft.com/office/drawing/2014/main" id="{83ED393D-2C17-6804-0E27-97020AB13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276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7" name="Picture 9">
            <a:extLst>
              <a:ext uri="{FF2B5EF4-FFF2-40B4-BE49-F238E27FC236}">
                <a16:creationId xmlns:a16="http://schemas.microsoft.com/office/drawing/2014/main" id="{C93E2EB3-7F04-8487-0747-72BEE1445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9911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8" name="Picture 10">
            <a:extLst>
              <a:ext uri="{FF2B5EF4-FFF2-40B4-BE49-F238E27FC236}">
                <a16:creationId xmlns:a16="http://schemas.microsoft.com/office/drawing/2014/main" id="{7C53A921-30A8-6DD9-F6DE-FD4567B16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1816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9" name="Picture 11">
            <a:extLst>
              <a:ext uri="{FF2B5EF4-FFF2-40B4-BE49-F238E27FC236}">
                <a16:creationId xmlns:a16="http://schemas.microsoft.com/office/drawing/2014/main" id="{D4E9E45F-5182-3ACC-B3DE-4BDFC89D1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9718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60" name="Picture 12">
            <a:extLst>
              <a:ext uri="{FF2B5EF4-FFF2-40B4-BE49-F238E27FC236}">
                <a16:creationId xmlns:a16="http://schemas.microsoft.com/office/drawing/2014/main" id="{9101F81E-0B1C-646A-F738-960C06809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5715000"/>
            <a:ext cx="1544638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61" name="Picture 13">
            <a:extLst>
              <a:ext uri="{FF2B5EF4-FFF2-40B4-BE49-F238E27FC236}">
                <a16:creationId xmlns:a16="http://schemas.microsoft.com/office/drawing/2014/main" id="{6A104540-235C-7205-604B-A849C9566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363" y="3810000"/>
            <a:ext cx="1544637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62" name="Picture 14">
            <a:extLst>
              <a:ext uri="{FF2B5EF4-FFF2-40B4-BE49-F238E27FC236}">
                <a16:creationId xmlns:a16="http://schemas.microsoft.com/office/drawing/2014/main" id="{5F9F5F98-444E-5FE4-F838-5B0265670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1905000"/>
            <a:ext cx="1544637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5.31792E-6 C -0.05208 0.02473 -0.06823 0.01132 -0.15087 0.01271 C -0.18628 0.0134 -0.22187 0.0141 -0.25729 0.01479 C -0.33698 0.01918 -0.28559 0.0171 -0.41111 0.0171 " pathEditMode="relative" ptsTypes="fffA">
                                      <p:cBhvr>
                                        <p:cTn id="6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6" name="Picture 4">
            <a:extLst>
              <a:ext uri="{FF2B5EF4-FFF2-40B4-BE49-F238E27FC236}">
                <a16:creationId xmlns:a16="http://schemas.microsoft.com/office/drawing/2014/main" id="{0B9BFCBF-DBBD-A1C1-BBE7-0C856FA96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278" name="Oval 6">
            <a:extLst>
              <a:ext uri="{FF2B5EF4-FFF2-40B4-BE49-F238E27FC236}">
                <a16:creationId xmlns:a16="http://schemas.microsoft.com/office/drawing/2014/main" id="{DEB56068-32EA-699D-21C0-AD940600C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895600"/>
            <a:ext cx="304800" cy="304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9" name="AutoShape 7">
            <a:extLst>
              <a:ext uri="{FF2B5EF4-FFF2-40B4-BE49-F238E27FC236}">
                <a16:creationId xmlns:a16="http://schemas.microsoft.com/office/drawing/2014/main" id="{CE939B6D-0C10-5D18-CEA7-5821F599539F}"/>
              </a:ext>
            </a:extLst>
          </p:cNvPr>
          <p:cNvSpPr>
            <a:spLocks noChangeArrowheads="1"/>
          </p:cNvSpPr>
          <p:nvPr/>
        </p:nvSpPr>
        <p:spPr bwMode="auto">
          <a:xfrm rot="-2520412">
            <a:off x="-381000" y="-685800"/>
            <a:ext cx="381000" cy="685800"/>
          </a:xfrm>
          <a:prstGeom prst="down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4280" name="Text Box 8">
            <a:extLst>
              <a:ext uri="{FF2B5EF4-FFF2-40B4-BE49-F238E27FC236}">
                <a16:creationId xmlns:a16="http://schemas.microsoft.com/office/drawing/2014/main" id="{3F69928C-D46F-411F-DE46-46AD4EEF8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5908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“You are here”</a:t>
            </a:r>
          </a:p>
        </p:txBody>
      </p:sp>
    </p:spTree>
  </p:cSld>
  <p:clrMapOvr>
    <a:masterClrMapping/>
  </p:clrMapOvr>
  <p:transition advClick="0" advTm="7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5E-6 -2.77457E-6 C -0.00209 0.00833 -0.00417 0.00995 -0.00955 0.0148 C -0.01285 0.02798 -0.01233 0.02867 -0.02067 0.03607 C -0.02709 0.04902 -0.0198 0.03723 -0.02865 0.0444 C -0.02987 0.04555 -0.03039 0.04786 -0.03178 0.04879 C -0.04098 0.05503 -0.05226 0.05503 -0.06198 0.05919 C -0.06928 0.06937 -0.06042 0.05827 -0.0698 0.06567 C -0.07448 0.06937 -0.07726 0.07376 -0.08264 0.0763 C -0.09341 0.09781 -0.10521 0.0874 -0.12865 0.08879 C -0.13021 0.08948 -0.13334 0.0911 -0.13334 0.0911 " pathEditMode="relative" ptsTypes="fffffffffA">
                                      <p:cBhvr>
                                        <p:cTn id="6" dur="50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-8.67052E-7 L 0.52499 0.54381 " pathEditMode="relative" ptsTypes="AA">
                                      <p:cBhvr>
                                        <p:cTn id="9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>
            <a:extLst>
              <a:ext uri="{FF2B5EF4-FFF2-40B4-BE49-F238E27FC236}">
                <a16:creationId xmlns:a16="http://schemas.microsoft.com/office/drawing/2014/main" id="{22E48F8D-9B1A-8392-2974-7E388C40A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299" name="Oval 3">
            <a:extLst>
              <a:ext uri="{FF2B5EF4-FFF2-40B4-BE49-F238E27FC236}">
                <a16:creationId xmlns:a16="http://schemas.microsoft.com/office/drawing/2014/main" id="{E0F1D229-76AC-D91B-8D1F-8A6D8486D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505200"/>
            <a:ext cx="304800" cy="304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11111E-6 -1.84971E-6 C -0.01197 -0.00116 -0.02378 -0.00231 -0.05555 0.01919 C -0.08732 0.04069 -0.16406 0.10751 -0.19044 0.12902 C -0.21683 0.15052 -0.21562 0.14913 -0.21423 0.14798 " pathEditMode="relative" ptsTypes="aaaA">
                                      <p:cBhvr>
                                        <p:cTn id="6" dur="50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4" name="Picture 4">
            <a:extLst>
              <a:ext uri="{FF2B5EF4-FFF2-40B4-BE49-F238E27FC236}">
                <a16:creationId xmlns:a16="http://schemas.microsoft.com/office/drawing/2014/main" id="{EF262B4E-7C09-04D7-15A7-667843B15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3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25" name="Text Box 5">
            <a:extLst>
              <a:ext uri="{FF2B5EF4-FFF2-40B4-BE49-F238E27FC236}">
                <a16:creationId xmlns:a16="http://schemas.microsoft.com/office/drawing/2014/main" id="{BD2E6DC6-87F9-E4F6-1F62-694944D4A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334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5</a:t>
            </a:r>
          </a:p>
        </p:txBody>
      </p:sp>
      <p:pic>
        <p:nvPicPr>
          <p:cNvPr id="56326" name="Picture 6">
            <a:extLst>
              <a:ext uri="{FF2B5EF4-FFF2-40B4-BE49-F238E27FC236}">
                <a16:creationId xmlns:a16="http://schemas.microsoft.com/office/drawing/2014/main" id="{848D4ED7-C410-1802-5422-5DE456D82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057400"/>
            <a:ext cx="1852613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27" name="Text Box 7">
            <a:extLst>
              <a:ext uri="{FF2B5EF4-FFF2-40B4-BE49-F238E27FC236}">
                <a16:creationId xmlns:a16="http://schemas.microsoft.com/office/drawing/2014/main" id="{7C59107C-BD1D-DF0C-49BD-64B8BFD95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81000"/>
            <a:ext cx="441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Ubergoblin attacks!</a:t>
            </a:r>
          </a:p>
        </p:txBody>
      </p:sp>
      <p:sp>
        <p:nvSpPr>
          <p:cNvPr id="56332" name="Freeform 12">
            <a:extLst>
              <a:ext uri="{FF2B5EF4-FFF2-40B4-BE49-F238E27FC236}">
                <a16:creationId xmlns:a16="http://schemas.microsoft.com/office/drawing/2014/main" id="{DCF2693B-27DD-1EC3-413C-E2CFE2625640}"/>
              </a:ext>
            </a:extLst>
          </p:cNvPr>
          <p:cNvSpPr>
            <a:spLocks/>
          </p:cNvSpPr>
          <p:nvPr/>
        </p:nvSpPr>
        <p:spPr bwMode="auto">
          <a:xfrm>
            <a:off x="1066800" y="1219200"/>
            <a:ext cx="338138" cy="228600"/>
          </a:xfrm>
          <a:custGeom>
            <a:avLst/>
            <a:gdLst>
              <a:gd name="T0" fmla="*/ 0 w 213"/>
              <a:gd name="T1" fmla="*/ 81 h 144"/>
              <a:gd name="T2" fmla="*/ 6 w 213"/>
              <a:gd name="T3" fmla="*/ 99 h 144"/>
              <a:gd name="T4" fmla="*/ 12 w 213"/>
              <a:gd name="T5" fmla="*/ 108 h 144"/>
              <a:gd name="T6" fmla="*/ 6 w 213"/>
              <a:gd name="T7" fmla="*/ 90 h 144"/>
              <a:gd name="T8" fmla="*/ 3 w 213"/>
              <a:gd name="T9" fmla="*/ 57 h 144"/>
              <a:gd name="T10" fmla="*/ 69 w 213"/>
              <a:gd name="T11" fmla="*/ 0 h 144"/>
              <a:gd name="T12" fmla="*/ 213 w 213"/>
              <a:gd name="T13" fmla="*/ 0 h 144"/>
              <a:gd name="T14" fmla="*/ 213 w 213"/>
              <a:gd name="T15" fmla="*/ 144 h 144"/>
              <a:gd name="T16" fmla="*/ 69 w 213"/>
              <a:gd name="T17" fmla="*/ 144 h 144"/>
              <a:gd name="T18" fmla="*/ 21 w 213"/>
              <a:gd name="T19" fmla="*/ 9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3" h="144">
                <a:moveTo>
                  <a:pt x="0" y="81"/>
                </a:moveTo>
                <a:cubicBezTo>
                  <a:pt x="2" y="87"/>
                  <a:pt x="2" y="94"/>
                  <a:pt x="6" y="99"/>
                </a:cubicBezTo>
                <a:cubicBezTo>
                  <a:pt x="8" y="102"/>
                  <a:pt x="12" y="112"/>
                  <a:pt x="12" y="108"/>
                </a:cubicBezTo>
                <a:cubicBezTo>
                  <a:pt x="12" y="102"/>
                  <a:pt x="6" y="90"/>
                  <a:pt x="6" y="90"/>
                </a:cubicBezTo>
                <a:cubicBezTo>
                  <a:pt x="5" y="79"/>
                  <a:pt x="3" y="57"/>
                  <a:pt x="3" y="57"/>
                </a:cubicBezTo>
                <a:lnTo>
                  <a:pt x="69" y="0"/>
                </a:lnTo>
                <a:lnTo>
                  <a:pt x="213" y="0"/>
                </a:lnTo>
                <a:lnTo>
                  <a:pt x="213" y="144"/>
                </a:lnTo>
                <a:lnTo>
                  <a:pt x="69" y="144"/>
                </a:lnTo>
                <a:lnTo>
                  <a:pt x="21" y="96"/>
                </a:lnTo>
              </a:path>
            </a:pathLst>
          </a:cu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3" name="Text Box 13">
            <a:extLst>
              <a:ext uri="{FF2B5EF4-FFF2-40B4-BE49-F238E27FC236}">
                <a16:creationId xmlns:a16="http://schemas.microsoft.com/office/drawing/2014/main" id="{4F72A87C-37B0-67E1-BDA7-4561D9F30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4196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-attack</a:t>
            </a:r>
            <a:endParaRPr lang="en-US" altLang="en-US"/>
          </a:p>
        </p:txBody>
      </p:sp>
      <p:sp>
        <p:nvSpPr>
          <p:cNvPr id="56334" name="Text Box 14">
            <a:extLst>
              <a:ext uri="{FF2B5EF4-FFF2-40B4-BE49-F238E27FC236}">
                <a16:creationId xmlns:a16="http://schemas.microsoft.com/office/drawing/2014/main" id="{294B91BA-CEB3-644D-08B1-8BE86F9F6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953000"/>
            <a:ext cx="190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-LIMIT</a:t>
            </a:r>
            <a:endParaRPr lang="en-US" altLang="en-US"/>
          </a:p>
        </p:txBody>
      </p:sp>
      <p:sp>
        <p:nvSpPr>
          <p:cNvPr id="56335" name="Text Box 15">
            <a:extLst>
              <a:ext uri="{FF2B5EF4-FFF2-40B4-BE49-F238E27FC236}">
                <a16:creationId xmlns:a16="http://schemas.microsoft.com/office/drawing/2014/main" id="{9C27DDFB-BA94-1134-C1F0-C5C6C982D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5626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-flee</a:t>
            </a:r>
            <a:endParaRPr lang="en-US" altLang="en-US"/>
          </a:p>
        </p:txBody>
      </p:sp>
    </p:spTree>
  </p:cSld>
  <p:clrMapOvr>
    <a:masterClrMapping/>
  </p:clrMapOvr>
  <p:transition spd="slow" advClick="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9" name="Picture 5">
            <a:extLst>
              <a:ext uri="{FF2B5EF4-FFF2-40B4-BE49-F238E27FC236}">
                <a16:creationId xmlns:a16="http://schemas.microsoft.com/office/drawing/2014/main" id="{0D90AF34-A6B3-F1A6-16C9-717C0141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50" name="Picture 6">
            <a:extLst>
              <a:ext uri="{FF2B5EF4-FFF2-40B4-BE49-F238E27FC236}">
                <a16:creationId xmlns:a16="http://schemas.microsoft.com/office/drawing/2014/main" id="{7C9EDB1E-FA84-B1F2-236F-6B5BE423A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71800"/>
            <a:ext cx="1852613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51" name="Picture 7">
            <a:extLst>
              <a:ext uri="{FF2B5EF4-FFF2-40B4-BE49-F238E27FC236}">
                <a16:creationId xmlns:a16="http://schemas.microsoft.com/office/drawing/2014/main" id="{EA99D775-6B12-FB22-1505-AFE2F5B03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9718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352" name="Text Box 8">
            <a:extLst>
              <a:ext uri="{FF2B5EF4-FFF2-40B4-BE49-F238E27FC236}">
                <a16:creationId xmlns:a16="http://schemas.microsoft.com/office/drawing/2014/main" id="{5861AFE1-6FE4-BB3C-6AFB-8884EF4AE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0"/>
            <a:ext cx="381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Ubergoblin attacks!</a:t>
            </a:r>
          </a:p>
        </p:txBody>
      </p:sp>
      <p:sp>
        <p:nvSpPr>
          <p:cNvPr id="57353" name="Text Box 9">
            <a:extLst>
              <a:ext uri="{FF2B5EF4-FFF2-40B4-BE49-F238E27FC236}">
                <a16:creationId xmlns:a16="http://schemas.microsoft.com/office/drawing/2014/main" id="{06792592-3B6C-F66F-7C1F-D195B106D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15 damage.</a:t>
            </a:r>
          </a:p>
        </p:txBody>
      </p:sp>
      <p:sp>
        <p:nvSpPr>
          <p:cNvPr id="57354" name="Text Box 10">
            <a:extLst>
              <a:ext uri="{FF2B5EF4-FFF2-40B4-BE49-F238E27FC236}">
                <a16:creationId xmlns:a16="http://schemas.microsoft.com/office/drawing/2014/main" id="{1AE21AB7-D425-DA87-BE67-54E8FC0ED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7620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is dead……………..</a:t>
            </a:r>
          </a:p>
        </p:txBody>
      </p:sp>
      <p:pic>
        <p:nvPicPr>
          <p:cNvPr id="57355" name="Picture 11">
            <a:extLst>
              <a:ext uri="{FF2B5EF4-FFF2-40B4-BE49-F238E27FC236}">
                <a16:creationId xmlns:a16="http://schemas.microsoft.com/office/drawing/2014/main" id="{BE25F621-8DA2-98B2-A5CC-0C6D4B94A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488" y="3008313"/>
            <a:ext cx="2219325" cy="214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-1.7341E-7 C 0.02846 -0.00948 0.05798 -0.00717 0.08732 -0.00833 C 0.11458 -0.01341 0.13576 -0.01157 0.1651 -0.01041 C 0.18888 -0.00602 0.21284 -0.00972 0.23645 -0.01249 C 0.25225 -0.01434 0.28402 -0.01688 0.28402 -0.01688 C 0.31058 -0.02544 0.33176 -0.01989 0.3618 -0.01896 C 0.39096 -0.02035 0.41405 -0.02359 0.44287 -0.02521 C 0.4401 -0.04 0.43524 -0.05295 0.42534 -0.06128 C 0.42395 -0.06243 0.42204 -0.0622 0.42065 -0.06336 C 0.41301 -0.06891 0.40815 -0.07446 0.39999 -0.07815 C 0.39079 -0.08717 0.37933 -0.0874 0.36822 -0.09087 C 0.36388 -0.09087 0.27742 -0.0918 0.24444 -0.08648 C 0.23142 -0.0844 0.21926 -0.07492 0.20624 -0.07168 C 0.19392 -0.06058 0.15937 -0.06266 0.14444 -0.06128 C 0.13367 -0.05781 0.12586 -0.05619 0.11423 -0.0548 C 0.09912 -0.05087 0.08576 -0.04139 0.07135 -0.03584 C 0.04791 -0.02659 0.0243 -0.02151 -6.66667E-6 -0.01896 C -0.00296 -0.01642 -0.00678 -0.0155 -0.00956 -0.01249 C -0.01095 -0.01087 -0.01095 -0.00717 -0.01268 -0.00625 C -0.01563 -0.00486 -0.01911 -0.00625 -0.02223 -0.00625 " pathEditMode="relative" ptsTypes="fffffffffffffffffffA">
                                      <p:cBhvr>
                                        <p:cTn id="10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7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7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4" name="Rectangle 6">
            <a:extLst>
              <a:ext uri="{FF2B5EF4-FFF2-40B4-BE49-F238E27FC236}">
                <a16:creationId xmlns:a16="http://schemas.microsoft.com/office/drawing/2014/main" id="{D1AAD7D6-4273-9F4C-D518-6E2BC7B29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4800" y="-304800"/>
            <a:ext cx="9906000" cy="762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5" name="Text Box 7">
            <a:extLst>
              <a:ext uri="{FF2B5EF4-FFF2-40B4-BE49-F238E27FC236}">
                <a16:creationId xmlns:a16="http://schemas.microsoft.com/office/drawing/2014/main" id="{27791F2A-C4B0-BFC6-2626-A0A1AF6C0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33400"/>
            <a:ext cx="541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………</a:t>
            </a:r>
          </a:p>
        </p:txBody>
      </p:sp>
      <p:sp>
        <p:nvSpPr>
          <p:cNvPr id="58376" name="Text Box 8">
            <a:extLst>
              <a:ext uri="{FF2B5EF4-FFF2-40B4-BE49-F238E27FC236}">
                <a16:creationId xmlns:a16="http://schemas.microsoft.com/office/drawing/2014/main" id="{5856F0B1-CF27-30D9-8303-BB2C44C42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143000"/>
            <a:ext cx="434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Am I dead?</a:t>
            </a:r>
          </a:p>
        </p:txBody>
      </p:sp>
      <p:sp>
        <p:nvSpPr>
          <p:cNvPr id="58377" name="Text Box 9">
            <a:extLst>
              <a:ext uri="{FF2B5EF4-FFF2-40B4-BE49-F238E27FC236}">
                <a16:creationId xmlns:a16="http://schemas.microsoft.com/office/drawing/2014/main" id="{B055BDC6-B349-5A7C-E741-535825777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905000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</a:rPr>
              <a:t>“We need to talk, come to my room. It’s the one to the left.”</a:t>
            </a:r>
          </a:p>
        </p:txBody>
      </p:sp>
      <p:sp>
        <p:nvSpPr>
          <p:cNvPr id="58378" name="Text Box 10">
            <a:extLst>
              <a:ext uri="{FF2B5EF4-FFF2-40B4-BE49-F238E27FC236}">
                <a16:creationId xmlns:a16="http://schemas.microsoft.com/office/drawing/2014/main" id="{2435172B-DE98-072B-D127-FA7C0F226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14600"/>
            <a:ext cx="449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Huh what the heck?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/>
      <p:bldP spid="58376" grpId="0"/>
      <p:bldP spid="58377" grpId="0"/>
      <p:bldP spid="5837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20" name="Picture 4">
            <a:extLst>
              <a:ext uri="{FF2B5EF4-FFF2-40B4-BE49-F238E27FC236}">
                <a16:creationId xmlns:a16="http://schemas.microsoft.com/office/drawing/2014/main" id="{42EB46DA-F574-265A-7514-B5357C6C3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7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421" name="Rectangle 5">
            <a:extLst>
              <a:ext uri="{FF2B5EF4-FFF2-40B4-BE49-F238E27FC236}">
                <a16:creationId xmlns:a16="http://schemas.microsoft.com/office/drawing/2014/main" id="{2A823594-62A7-EF72-9FA7-A78D3B157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0"/>
            <a:ext cx="18288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2F5095C2-AA2D-E025-4905-44677631F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0"/>
            <a:ext cx="18288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3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C2B0D2D6-5ABB-810E-409D-1B153459C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0"/>
            <a:ext cx="18288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 advClick="0"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4" name="Picture 4">
            <a:extLst>
              <a:ext uri="{FF2B5EF4-FFF2-40B4-BE49-F238E27FC236}">
                <a16:creationId xmlns:a16="http://schemas.microsoft.com/office/drawing/2014/main" id="{C91DD6B5-2290-E2EE-1592-BFDA47091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45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C700E629-8520-CBFE-383F-0C7B3F099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5410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6" name="Freeform 6">
            <a:hlinkClick r:id="rId4" action="ppaction://hlinksldjump"/>
            <a:extLst>
              <a:ext uri="{FF2B5EF4-FFF2-40B4-BE49-F238E27FC236}">
                <a16:creationId xmlns:a16="http://schemas.microsoft.com/office/drawing/2014/main" id="{5A8C2F9B-010F-E54E-38FD-9C5EE7C80D21}"/>
              </a:ext>
            </a:extLst>
          </p:cNvPr>
          <p:cNvSpPr>
            <a:spLocks/>
          </p:cNvSpPr>
          <p:nvPr/>
        </p:nvSpPr>
        <p:spPr bwMode="auto">
          <a:xfrm>
            <a:off x="6313488" y="304800"/>
            <a:ext cx="1306512" cy="4114800"/>
          </a:xfrm>
          <a:custGeom>
            <a:avLst/>
            <a:gdLst>
              <a:gd name="T0" fmla="*/ 0 w 823"/>
              <a:gd name="T1" fmla="*/ 1637 h 2592"/>
              <a:gd name="T2" fmla="*/ 9 w 823"/>
              <a:gd name="T3" fmla="*/ 1573 h 2592"/>
              <a:gd name="T4" fmla="*/ 151 w 823"/>
              <a:gd name="T5" fmla="*/ 0 h 2592"/>
              <a:gd name="T6" fmla="*/ 823 w 823"/>
              <a:gd name="T7" fmla="*/ 480 h 2592"/>
              <a:gd name="T8" fmla="*/ 631 w 823"/>
              <a:gd name="T9" fmla="*/ 2592 h 2592"/>
              <a:gd name="T10" fmla="*/ 0 w 823"/>
              <a:gd name="T11" fmla="*/ 1637 h 25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23" h="2592">
                <a:moveTo>
                  <a:pt x="0" y="1637"/>
                </a:moveTo>
                <a:cubicBezTo>
                  <a:pt x="13" y="1598"/>
                  <a:pt x="9" y="1619"/>
                  <a:pt x="9" y="1573"/>
                </a:cubicBezTo>
                <a:lnTo>
                  <a:pt x="151" y="0"/>
                </a:lnTo>
                <a:lnTo>
                  <a:pt x="823" y="480"/>
                </a:lnTo>
                <a:lnTo>
                  <a:pt x="631" y="2592"/>
                </a:lnTo>
                <a:lnTo>
                  <a:pt x="0" y="1637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9" name="Freeform 9">
            <a:hlinkClick r:id="rId5" action="ppaction://hlinksldjump"/>
            <a:extLst>
              <a:ext uri="{FF2B5EF4-FFF2-40B4-BE49-F238E27FC236}">
                <a16:creationId xmlns:a16="http://schemas.microsoft.com/office/drawing/2014/main" id="{28E435CA-A571-7C77-3600-9DB55519ADA2}"/>
              </a:ext>
            </a:extLst>
          </p:cNvPr>
          <p:cNvSpPr>
            <a:spLocks/>
          </p:cNvSpPr>
          <p:nvPr/>
        </p:nvSpPr>
        <p:spPr bwMode="auto">
          <a:xfrm>
            <a:off x="228600" y="304800"/>
            <a:ext cx="990600" cy="3411538"/>
          </a:xfrm>
          <a:custGeom>
            <a:avLst/>
            <a:gdLst>
              <a:gd name="T0" fmla="*/ 149 w 624"/>
              <a:gd name="T1" fmla="*/ 2149 h 2149"/>
              <a:gd name="T2" fmla="*/ 149 w 624"/>
              <a:gd name="T3" fmla="*/ 2066 h 2149"/>
              <a:gd name="T4" fmla="*/ 0 w 624"/>
              <a:gd name="T5" fmla="*/ 336 h 2149"/>
              <a:gd name="T6" fmla="*/ 432 w 624"/>
              <a:gd name="T7" fmla="*/ 0 h 2149"/>
              <a:gd name="T8" fmla="*/ 624 w 624"/>
              <a:gd name="T9" fmla="*/ 1632 h 2149"/>
              <a:gd name="T10" fmla="*/ 149 w 624"/>
              <a:gd name="T11" fmla="*/ 2149 h 2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4" h="2149">
                <a:moveTo>
                  <a:pt x="149" y="2149"/>
                </a:moveTo>
                <a:cubicBezTo>
                  <a:pt x="160" y="2116"/>
                  <a:pt x="149" y="2100"/>
                  <a:pt x="149" y="2066"/>
                </a:cubicBezTo>
                <a:lnTo>
                  <a:pt x="0" y="336"/>
                </a:lnTo>
                <a:lnTo>
                  <a:pt x="432" y="0"/>
                </a:lnTo>
                <a:lnTo>
                  <a:pt x="624" y="1632"/>
                </a:lnTo>
                <a:lnTo>
                  <a:pt x="149" y="214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9" name="Picture 5">
            <a:extLst>
              <a:ext uri="{FF2B5EF4-FFF2-40B4-BE49-F238E27FC236}">
                <a16:creationId xmlns:a16="http://schemas.microsoft.com/office/drawing/2014/main" id="{F6E63F86-CE3B-C25A-BE2A-AF7A8E07E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470" name="Text Box 6">
            <a:extLst>
              <a:ext uri="{FF2B5EF4-FFF2-40B4-BE49-F238E27FC236}">
                <a16:creationId xmlns:a16="http://schemas.microsoft.com/office/drawing/2014/main" id="{B38B5B4C-EF67-B0EA-3027-E8A260D19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724400"/>
            <a:ext cx="2057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ELVIS FOREVER!!!</a:t>
            </a:r>
          </a:p>
        </p:txBody>
      </p:sp>
      <p:sp>
        <p:nvSpPr>
          <p:cNvPr id="62471" name="Text Box 7">
            <a:extLst>
              <a:ext uri="{FF2B5EF4-FFF2-40B4-BE49-F238E27FC236}">
                <a16:creationId xmlns:a16="http://schemas.microsoft.com/office/drawing/2014/main" id="{811832C2-E9BA-8B94-0A23-7A4EB297D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334000"/>
            <a:ext cx="2286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>
                <a:hlinkClick r:id="rId3" action="ppaction://hlinksldjump"/>
              </a:rPr>
              <a:t>Click here to continue</a:t>
            </a:r>
            <a:endParaRPr lang="en-US" altLang="en-US" sz="1200"/>
          </a:p>
        </p:txBody>
      </p:sp>
      <p:sp>
        <p:nvSpPr>
          <p:cNvPr id="62472" name="Line 8">
            <a:extLst>
              <a:ext uri="{FF2B5EF4-FFF2-40B4-BE49-F238E27FC236}">
                <a16:creationId xmlns:a16="http://schemas.microsoft.com/office/drawing/2014/main" id="{04861C56-9D47-F822-8000-F5F1259F6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3340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3" name="Line 9">
            <a:extLst>
              <a:ext uri="{FF2B5EF4-FFF2-40B4-BE49-F238E27FC236}">
                <a16:creationId xmlns:a16="http://schemas.microsoft.com/office/drawing/2014/main" id="{6BC1FD59-CA1B-EDB1-ADDA-F5DB0EA67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953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2" name="Picture 4">
            <a:extLst>
              <a:ext uri="{FF2B5EF4-FFF2-40B4-BE49-F238E27FC236}">
                <a16:creationId xmlns:a16="http://schemas.microsoft.com/office/drawing/2014/main" id="{0CB461F4-5BD5-98E2-06F8-F6FA79B18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493" name="Freeform 5">
            <a:hlinkClick r:id="rId3" action="ppaction://hlinksldjump"/>
            <a:extLst>
              <a:ext uri="{FF2B5EF4-FFF2-40B4-BE49-F238E27FC236}">
                <a16:creationId xmlns:a16="http://schemas.microsoft.com/office/drawing/2014/main" id="{E4E600EA-A7B7-C57F-BAE3-3C7029053D0A}"/>
              </a:ext>
            </a:extLst>
          </p:cNvPr>
          <p:cNvSpPr>
            <a:spLocks/>
          </p:cNvSpPr>
          <p:nvPr/>
        </p:nvSpPr>
        <p:spPr bwMode="auto">
          <a:xfrm>
            <a:off x="-685800" y="76200"/>
            <a:ext cx="1462088" cy="4162425"/>
          </a:xfrm>
          <a:custGeom>
            <a:avLst/>
            <a:gdLst>
              <a:gd name="T0" fmla="*/ 496 w 921"/>
              <a:gd name="T1" fmla="*/ 2622 h 2622"/>
              <a:gd name="T2" fmla="*/ 569 w 921"/>
              <a:gd name="T3" fmla="*/ 2549 h 2622"/>
              <a:gd name="T4" fmla="*/ 615 w 921"/>
              <a:gd name="T5" fmla="*/ 2503 h 2622"/>
              <a:gd name="T6" fmla="*/ 670 w 921"/>
              <a:gd name="T7" fmla="*/ 2439 h 2622"/>
              <a:gd name="T8" fmla="*/ 789 w 921"/>
              <a:gd name="T9" fmla="*/ 2329 h 2622"/>
              <a:gd name="T10" fmla="*/ 853 w 921"/>
              <a:gd name="T11" fmla="*/ 2210 h 2622"/>
              <a:gd name="T12" fmla="*/ 871 w 921"/>
              <a:gd name="T13" fmla="*/ 2155 h 2622"/>
              <a:gd name="T14" fmla="*/ 880 w 921"/>
              <a:gd name="T15" fmla="*/ 2128 h 2622"/>
              <a:gd name="T16" fmla="*/ 871 w 921"/>
              <a:gd name="T17" fmla="*/ 1808 h 2622"/>
              <a:gd name="T18" fmla="*/ 853 w 921"/>
              <a:gd name="T19" fmla="*/ 1680 h 2622"/>
              <a:gd name="T20" fmla="*/ 576 w 921"/>
              <a:gd name="T21" fmla="*/ 0 h 2622"/>
              <a:gd name="T22" fmla="*/ 0 w 921"/>
              <a:gd name="T23" fmla="*/ 336 h 2622"/>
              <a:gd name="T24" fmla="*/ 496 w 921"/>
              <a:gd name="T25" fmla="*/ 2622 h 2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1" h="2622">
                <a:moveTo>
                  <a:pt x="496" y="2622"/>
                </a:moveTo>
                <a:cubicBezTo>
                  <a:pt x="517" y="2590"/>
                  <a:pt x="537" y="2570"/>
                  <a:pt x="569" y="2549"/>
                </a:cubicBezTo>
                <a:cubicBezTo>
                  <a:pt x="603" y="2496"/>
                  <a:pt x="568" y="2543"/>
                  <a:pt x="615" y="2503"/>
                </a:cubicBezTo>
                <a:cubicBezTo>
                  <a:pt x="665" y="2461"/>
                  <a:pt x="620" y="2488"/>
                  <a:pt x="670" y="2439"/>
                </a:cubicBezTo>
                <a:cubicBezTo>
                  <a:pt x="710" y="2400"/>
                  <a:pt x="755" y="2374"/>
                  <a:pt x="789" y="2329"/>
                </a:cubicBezTo>
                <a:cubicBezTo>
                  <a:pt x="804" y="2285"/>
                  <a:pt x="836" y="2253"/>
                  <a:pt x="853" y="2210"/>
                </a:cubicBezTo>
                <a:cubicBezTo>
                  <a:pt x="860" y="2192"/>
                  <a:pt x="865" y="2173"/>
                  <a:pt x="871" y="2155"/>
                </a:cubicBezTo>
                <a:cubicBezTo>
                  <a:pt x="874" y="2146"/>
                  <a:pt x="880" y="2128"/>
                  <a:pt x="880" y="2128"/>
                </a:cubicBezTo>
                <a:cubicBezTo>
                  <a:pt x="884" y="2053"/>
                  <a:pt x="921" y="1883"/>
                  <a:pt x="871" y="1808"/>
                </a:cubicBezTo>
                <a:cubicBezTo>
                  <a:pt x="862" y="1677"/>
                  <a:pt x="905" y="1680"/>
                  <a:pt x="853" y="1680"/>
                </a:cubicBezTo>
                <a:lnTo>
                  <a:pt x="576" y="0"/>
                </a:lnTo>
                <a:lnTo>
                  <a:pt x="0" y="336"/>
                </a:lnTo>
                <a:lnTo>
                  <a:pt x="496" y="2622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5" name="Freeform 7">
            <a:hlinkClick r:id="rId4" action="ppaction://hlinksldjump"/>
            <a:extLst>
              <a:ext uri="{FF2B5EF4-FFF2-40B4-BE49-F238E27FC236}">
                <a16:creationId xmlns:a16="http://schemas.microsoft.com/office/drawing/2014/main" id="{29814042-B659-A2FE-1EAB-433D947235E3}"/>
              </a:ext>
            </a:extLst>
          </p:cNvPr>
          <p:cNvSpPr>
            <a:spLocks/>
          </p:cNvSpPr>
          <p:nvPr/>
        </p:nvSpPr>
        <p:spPr bwMode="auto">
          <a:xfrm>
            <a:off x="3135313" y="457200"/>
            <a:ext cx="1589087" cy="3048000"/>
          </a:xfrm>
          <a:custGeom>
            <a:avLst/>
            <a:gdLst>
              <a:gd name="T0" fmla="*/ 0 w 1001"/>
              <a:gd name="T1" fmla="*/ 32 h 1920"/>
              <a:gd name="T2" fmla="*/ 0 w 1001"/>
              <a:gd name="T3" fmla="*/ 114 h 1920"/>
              <a:gd name="T4" fmla="*/ 89 w 1001"/>
              <a:gd name="T5" fmla="*/ 1920 h 1920"/>
              <a:gd name="T6" fmla="*/ 1001 w 1001"/>
              <a:gd name="T7" fmla="*/ 1920 h 1920"/>
              <a:gd name="T8" fmla="*/ 857 w 1001"/>
              <a:gd name="T9" fmla="*/ 0 h 1920"/>
              <a:gd name="T10" fmla="*/ 0 w 1001"/>
              <a:gd name="T11" fmla="*/ 32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1920">
                <a:moveTo>
                  <a:pt x="0" y="32"/>
                </a:moveTo>
                <a:cubicBezTo>
                  <a:pt x="0" y="59"/>
                  <a:pt x="0" y="87"/>
                  <a:pt x="0" y="114"/>
                </a:cubicBezTo>
                <a:lnTo>
                  <a:pt x="89" y="1920"/>
                </a:lnTo>
                <a:lnTo>
                  <a:pt x="1001" y="1920"/>
                </a:lnTo>
                <a:lnTo>
                  <a:pt x="857" y="0"/>
                </a:lnTo>
                <a:lnTo>
                  <a:pt x="0" y="32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6" name="Freeform 8">
            <a:hlinkClick r:id="rId5" action="ppaction://hlinksldjump"/>
            <a:extLst>
              <a:ext uri="{FF2B5EF4-FFF2-40B4-BE49-F238E27FC236}">
                <a16:creationId xmlns:a16="http://schemas.microsoft.com/office/drawing/2014/main" id="{FAB84470-AA2A-4568-5B6E-4217F027EF2E}"/>
              </a:ext>
            </a:extLst>
          </p:cNvPr>
          <p:cNvSpPr>
            <a:spLocks/>
          </p:cNvSpPr>
          <p:nvPr/>
        </p:nvSpPr>
        <p:spPr bwMode="auto">
          <a:xfrm>
            <a:off x="5029200" y="1447800"/>
            <a:ext cx="838200" cy="1524000"/>
          </a:xfrm>
          <a:custGeom>
            <a:avLst/>
            <a:gdLst>
              <a:gd name="T0" fmla="*/ 142 w 528"/>
              <a:gd name="T1" fmla="*/ 57 h 960"/>
              <a:gd name="T2" fmla="*/ 133 w 528"/>
              <a:gd name="T3" fmla="*/ 139 h 960"/>
              <a:gd name="T4" fmla="*/ 144 w 528"/>
              <a:gd name="T5" fmla="*/ 528 h 960"/>
              <a:gd name="T6" fmla="*/ 0 w 528"/>
              <a:gd name="T7" fmla="*/ 624 h 960"/>
              <a:gd name="T8" fmla="*/ 48 w 528"/>
              <a:gd name="T9" fmla="*/ 816 h 960"/>
              <a:gd name="T10" fmla="*/ 96 w 528"/>
              <a:gd name="T11" fmla="*/ 864 h 960"/>
              <a:gd name="T12" fmla="*/ 48 w 528"/>
              <a:gd name="T13" fmla="*/ 912 h 960"/>
              <a:gd name="T14" fmla="*/ 336 w 528"/>
              <a:gd name="T15" fmla="*/ 960 h 960"/>
              <a:gd name="T16" fmla="*/ 480 w 528"/>
              <a:gd name="T17" fmla="*/ 864 h 960"/>
              <a:gd name="T18" fmla="*/ 432 w 528"/>
              <a:gd name="T19" fmla="*/ 816 h 960"/>
              <a:gd name="T20" fmla="*/ 528 w 528"/>
              <a:gd name="T21" fmla="*/ 768 h 960"/>
              <a:gd name="T22" fmla="*/ 528 w 528"/>
              <a:gd name="T23" fmla="*/ 0 h 960"/>
              <a:gd name="T24" fmla="*/ 240 w 528"/>
              <a:gd name="T25" fmla="*/ 0 h 960"/>
              <a:gd name="T26" fmla="*/ 142 w 528"/>
              <a:gd name="T27" fmla="*/ 57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8" h="960">
                <a:moveTo>
                  <a:pt x="142" y="57"/>
                </a:moveTo>
                <a:cubicBezTo>
                  <a:pt x="139" y="84"/>
                  <a:pt x="133" y="139"/>
                  <a:pt x="133" y="139"/>
                </a:cubicBezTo>
                <a:lnTo>
                  <a:pt x="144" y="528"/>
                </a:lnTo>
                <a:lnTo>
                  <a:pt x="0" y="624"/>
                </a:lnTo>
                <a:lnTo>
                  <a:pt x="48" y="816"/>
                </a:lnTo>
                <a:lnTo>
                  <a:pt x="96" y="864"/>
                </a:lnTo>
                <a:lnTo>
                  <a:pt x="48" y="912"/>
                </a:lnTo>
                <a:lnTo>
                  <a:pt x="336" y="960"/>
                </a:lnTo>
                <a:lnTo>
                  <a:pt x="480" y="864"/>
                </a:lnTo>
                <a:lnTo>
                  <a:pt x="432" y="816"/>
                </a:lnTo>
                <a:lnTo>
                  <a:pt x="528" y="768"/>
                </a:lnTo>
                <a:lnTo>
                  <a:pt x="528" y="0"/>
                </a:lnTo>
                <a:lnTo>
                  <a:pt x="240" y="0"/>
                </a:lnTo>
                <a:lnTo>
                  <a:pt x="142" y="57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6" name="Picture 4">
            <a:extLst>
              <a:ext uri="{FF2B5EF4-FFF2-40B4-BE49-F238E27FC236}">
                <a16:creationId xmlns:a16="http://schemas.microsoft.com/office/drawing/2014/main" id="{218FA45D-CCBC-3914-E8CB-F330100F4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18" name="AutoShape 6">
            <a:extLst>
              <a:ext uri="{FF2B5EF4-FFF2-40B4-BE49-F238E27FC236}">
                <a16:creationId xmlns:a16="http://schemas.microsoft.com/office/drawing/2014/main" id="{51FB3F97-DE38-C7AD-DEF5-5978E2AD6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28600"/>
            <a:ext cx="2438400" cy="1219200"/>
          </a:xfrm>
          <a:prstGeom prst="wedgeEllipseCallout">
            <a:avLst>
              <a:gd name="adj1" fmla="val -43750"/>
              <a:gd name="adj2" fmla="val 7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2000"/>
              <a:t>OCCUPIED!!</a:t>
            </a:r>
          </a:p>
          <a:p>
            <a:pPr algn="ctr"/>
            <a:r>
              <a:rPr lang="en-US" altLang="en-US" sz="2000">
                <a:hlinkClick r:id="rId3" action="ppaction://hlinksldjump"/>
              </a:rPr>
              <a:t>(back)</a:t>
            </a:r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40" name="Picture 4">
            <a:extLst>
              <a:ext uri="{FF2B5EF4-FFF2-40B4-BE49-F238E27FC236}">
                <a16:creationId xmlns:a16="http://schemas.microsoft.com/office/drawing/2014/main" id="{CA662A83-FFDD-B180-D39C-E5F4463C6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20200" cy="689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541" name="Text Box 5">
            <a:extLst>
              <a:ext uri="{FF2B5EF4-FFF2-40B4-BE49-F238E27FC236}">
                <a16:creationId xmlns:a16="http://schemas.microsoft.com/office/drawing/2014/main" id="{3A745784-5FCD-B553-BBC0-B77E1621E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810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/>
              <a:t>Got the Magic sword!</a:t>
            </a:r>
          </a:p>
        </p:txBody>
      </p:sp>
      <p:sp>
        <p:nvSpPr>
          <p:cNvPr id="65542" name="Text Box 6">
            <a:extLst>
              <a:ext uri="{FF2B5EF4-FFF2-40B4-BE49-F238E27FC236}">
                <a16:creationId xmlns:a16="http://schemas.microsoft.com/office/drawing/2014/main" id="{F8D138C6-47E7-613A-B79B-76BB7E637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990600"/>
            <a:ext cx="281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(Back)</a:t>
            </a:r>
            <a:endParaRPr lang="en-US" altLang="en-US"/>
          </a:p>
        </p:txBody>
      </p:sp>
      <p:pic>
        <p:nvPicPr>
          <p:cNvPr id="65543" name="Picture 7">
            <a:hlinkClick r:id="" action="ppaction://media"/>
            <a:extLst>
              <a:ext uri="{FF2B5EF4-FFF2-40B4-BE49-F238E27FC236}">
                <a16:creationId xmlns:a16="http://schemas.microsoft.com/office/drawing/2014/main" id="{68E465F7-E68F-00AF-97C3-0CFE173632E5}"/>
              </a:ext>
            </a:extLst>
          </p:cNvPr>
          <p:cNvPicPr>
            <a:picLocks noRot="1" noChangeAspect="1" noChangeArrowheads="1"/>
          </p:cNvPicPr>
          <p:nvPr>
            <a:wavAudioFile r:embed="rId1" name="j0214098.wav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544" name="Text Box 8">
            <a:extLst>
              <a:ext uri="{FF2B5EF4-FFF2-40B4-BE49-F238E27FC236}">
                <a16:creationId xmlns:a16="http://schemas.microsoft.com/office/drawing/2014/main" id="{2933C1A3-18A7-F83C-A9D1-A2F254755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676400"/>
            <a:ext cx="464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You trash digger….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745" fill="hold"/>
                                        <p:tgtEl>
                                          <p:spTgt spid="655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245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245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543"/>
                </p:tgtEl>
              </p:cMediaNode>
            </p:audio>
          </p:childTnLst>
        </p:cTn>
      </p:par>
    </p:tnLst>
    <p:bldLst>
      <p:bldP spid="65541" grpId="0"/>
      <p:bldP spid="65542" grpId="0"/>
      <p:bldP spid="6554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4">
            <a:extLst>
              <a:ext uri="{FF2B5EF4-FFF2-40B4-BE49-F238E27FC236}">
                <a16:creationId xmlns:a16="http://schemas.microsoft.com/office/drawing/2014/main" id="{D8A702A1-3B28-5405-4B89-81F4E179F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5" name="Text Box 5">
            <a:extLst>
              <a:ext uri="{FF2B5EF4-FFF2-40B4-BE49-F238E27FC236}">
                <a16:creationId xmlns:a16="http://schemas.microsoft.com/office/drawing/2014/main" id="{6425B302-5ABF-FD0B-DF99-2AE27D7C0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066800"/>
            <a:ext cx="662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</a:rPr>
              <a:t>So you’ve come…</a:t>
            </a:r>
          </a:p>
        </p:txBody>
      </p:sp>
      <p:sp>
        <p:nvSpPr>
          <p:cNvPr id="66566" name="Text Box 6">
            <a:extLst>
              <a:ext uri="{FF2B5EF4-FFF2-40B4-BE49-F238E27FC236}">
                <a16:creationId xmlns:a16="http://schemas.microsoft.com/office/drawing/2014/main" id="{27172706-2B65-A411-5BC9-AFE4CD1E5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76400"/>
            <a:ext cx="541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Huh?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5" grpId="0"/>
      <p:bldP spid="6656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8" name="Picture 4">
            <a:extLst>
              <a:ext uri="{FF2B5EF4-FFF2-40B4-BE49-F238E27FC236}">
                <a16:creationId xmlns:a16="http://schemas.microsoft.com/office/drawing/2014/main" id="{5FB4B3B5-D59C-A2AA-5F3C-68DCFA8D0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589" name="Text Box 5">
            <a:extLst>
              <a:ext uri="{FF2B5EF4-FFF2-40B4-BE49-F238E27FC236}">
                <a16:creationId xmlns:a16="http://schemas.microsoft.com/office/drawing/2014/main" id="{86090082-23A3-EF34-83AA-D94D08782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048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I’ve been waiting.</a:t>
            </a:r>
          </a:p>
        </p:txBody>
      </p:sp>
      <p:sp>
        <p:nvSpPr>
          <p:cNvPr id="67590" name="Freeform 6">
            <a:hlinkClick r:id="rId3" action="ppaction://hlinksldjump"/>
            <a:extLst>
              <a:ext uri="{FF2B5EF4-FFF2-40B4-BE49-F238E27FC236}">
                <a16:creationId xmlns:a16="http://schemas.microsoft.com/office/drawing/2014/main" id="{1459F1E4-E11F-9FFF-387F-20286E7E981C}"/>
              </a:ext>
            </a:extLst>
          </p:cNvPr>
          <p:cNvSpPr>
            <a:spLocks/>
          </p:cNvSpPr>
          <p:nvPr/>
        </p:nvSpPr>
        <p:spPr bwMode="auto">
          <a:xfrm>
            <a:off x="3886200" y="762000"/>
            <a:ext cx="990600" cy="2743200"/>
          </a:xfrm>
          <a:custGeom>
            <a:avLst/>
            <a:gdLst>
              <a:gd name="T0" fmla="*/ 39 w 624"/>
              <a:gd name="T1" fmla="*/ 78 h 1728"/>
              <a:gd name="T2" fmla="*/ 39 w 624"/>
              <a:gd name="T3" fmla="*/ 142 h 1728"/>
              <a:gd name="T4" fmla="*/ 0 w 624"/>
              <a:gd name="T5" fmla="*/ 528 h 1728"/>
              <a:gd name="T6" fmla="*/ 96 w 624"/>
              <a:gd name="T7" fmla="*/ 1008 h 1728"/>
              <a:gd name="T8" fmla="*/ 192 w 624"/>
              <a:gd name="T9" fmla="*/ 1152 h 1728"/>
              <a:gd name="T10" fmla="*/ 48 w 624"/>
              <a:gd name="T11" fmla="*/ 1680 h 1728"/>
              <a:gd name="T12" fmla="*/ 528 w 624"/>
              <a:gd name="T13" fmla="*/ 1728 h 1728"/>
              <a:gd name="T14" fmla="*/ 624 w 624"/>
              <a:gd name="T15" fmla="*/ 960 h 1728"/>
              <a:gd name="T16" fmla="*/ 528 w 624"/>
              <a:gd name="T17" fmla="*/ 672 h 1728"/>
              <a:gd name="T18" fmla="*/ 480 w 624"/>
              <a:gd name="T19" fmla="*/ 336 h 1728"/>
              <a:gd name="T20" fmla="*/ 384 w 624"/>
              <a:gd name="T21" fmla="*/ 336 h 1728"/>
              <a:gd name="T22" fmla="*/ 384 w 624"/>
              <a:gd name="T23" fmla="*/ 48 h 1728"/>
              <a:gd name="T24" fmla="*/ 48 w 624"/>
              <a:gd name="T25" fmla="*/ 0 h 1728"/>
              <a:gd name="T26" fmla="*/ 39 w 624"/>
              <a:gd name="T27" fmla="*/ 78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24" h="1728">
                <a:moveTo>
                  <a:pt x="39" y="78"/>
                </a:moveTo>
                <a:cubicBezTo>
                  <a:pt x="39" y="99"/>
                  <a:pt x="39" y="121"/>
                  <a:pt x="39" y="142"/>
                </a:cubicBezTo>
                <a:lnTo>
                  <a:pt x="0" y="528"/>
                </a:lnTo>
                <a:lnTo>
                  <a:pt x="96" y="1008"/>
                </a:lnTo>
                <a:lnTo>
                  <a:pt x="192" y="1152"/>
                </a:lnTo>
                <a:lnTo>
                  <a:pt x="48" y="1680"/>
                </a:lnTo>
                <a:lnTo>
                  <a:pt x="528" y="1728"/>
                </a:lnTo>
                <a:lnTo>
                  <a:pt x="624" y="960"/>
                </a:lnTo>
                <a:lnTo>
                  <a:pt x="528" y="672"/>
                </a:lnTo>
                <a:lnTo>
                  <a:pt x="480" y="336"/>
                </a:lnTo>
                <a:lnTo>
                  <a:pt x="384" y="336"/>
                </a:lnTo>
                <a:lnTo>
                  <a:pt x="384" y="48"/>
                </a:lnTo>
                <a:lnTo>
                  <a:pt x="48" y="0"/>
                </a:lnTo>
                <a:lnTo>
                  <a:pt x="39" y="7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2" name="Text Box 8">
            <a:extLst>
              <a:ext uri="{FF2B5EF4-FFF2-40B4-BE49-F238E27FC236}">
                <a16:creationId xmlns:a16="http://schemas.microsoft.com/office/drawing/2014/main" id="{57B71276-F736-AE82-1044-017D5FE0B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048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67593" name="Text Box 9">
            <a:extLst>
              <a:ext uri="{FF2B5EF4-FFF2-40B4-BE49-F238E27FC236}">
                <a16:creationId xmlns:a16="http://schemas.microsoft.com/office/drawing/2014/main" id="{8692D59D-E73D-1C50-9508-C77753DB8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762000"/>
            <a:ext cx="304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Don’t just stand there…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/>
      <p:bldP spid="6759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4" name="Rectangle 6">
            <a:extLst>
              <a:ext uri="{FF2B5EF4-FFF2-40B4-BE49-F238E27FC236}">
                <a16:creationId xmlns:a16="http://schemas.microsoft.com/office/drawing/2014/main" id="{A2CEB07F-D54B-AA2F-AFE2-FDB788A91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8600" y="0"/>
            <a:ext cx="97536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5" name="Text Box 7">
            <a:extLst>
              <a:ext uri="{FF2B5EF4-FFF2-40B4-BE49-F238E27FC236}">
                <a16:creationId xmlns:a16="http://schemas.microsoft.com/office/drawing/2014/main" id="{2A229C7D-1E60-5D03-2BA0-F914AD4E4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914400"/>
            <a:ext cx="678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Who are you?</a:t>
            </a:r>
          </a:p>
        </p:txBody>
      </p:sp>
      <p:sp>
        <p:nvSpPr>
          <p:cNvPr id="68616" name="Text Box 8">
            <a:extLst>
              <a:ext uri="{FF2B5EF4-FFF2-40B4-BE49-F238E27FC236}">
                <a16:creationId xmlns:a16="http://schemas.microsoft.com/office/drawing/2014/main" id="{B26EF0BA-1624-F77B-2FF9-4BD06BD48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601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</a:rPr>
              <a:t>Don’t you know?</a:t>
            </a:r>
          </a:p>
        </p:txBody>
      </p:sp>
      <p:sp>
        <p:nvSpPr>
          <p:cNvPr id="68617" name="Text Box 9">
            <a:extLst>
              <a:ext uri="{FF2B5EF4-FFF2-40B4-BE49-F238E27FC236}">
                <a16:creationId xmlns:a16="http://schemas.microsoft.com/office/drawing/2014/main" id="{91ED9565-15C4-6A5E-6514-A000D0A23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812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Uhhhhh………..</a:t>
            </a:r>
            <a:r>
              <a:rPr lang="en-US" altLang="en-US" sz="1200">
                <a:solidFill>
                  <a:schemeClr val="bg1"/>
                </a:solidFill>
              </a:rPr>
              <a:t>Not really…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68618" name="Text Box 10">
            <a:extLst>
              <a:ext uri="{FF2B5EF4-FFF2-40B4-BE49-F238E27FC236}">
                <a16:creationId xmlns:a16="http://schemas.microsoft.com/office/drawing/2014/main" id="{C6957822-DF18-A377-D80F-A551EFD2D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438400"/>
            <a:ext cx="6477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68619" name="Text Box 11">
            <a:extLst>
              <a:ext uri="{FF2B5EF4-FFF2-40B4-BE49-F238E27FC236}">
                <a16:creationId xmlns:a16="http://schemas.microsoft.com/office/drawing/2014/main" id="{AA24BBA1-9BAC-5B54-AB56-F4A905B71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743200"/>
            <a:ext cx="609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</a:rPr>
              <a:t>………</a:t>
            </a:r>
          </a:p>
        </p:txBody>
      </p:sp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5" grpId="0"/>
      <p:bldP spid="68616" grpId="0"/>
      <p:bldP spid="68617" grpId="0"/>
      <p:bldP spid="6861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>
            <a:extLst>
              <a:ext uri="{FF2B5EF4-FFF2-40B4-BE49-F238E27FC236}">
                <a16:creationId xmlns:a16="http://schemas.microsoft.com/office/drawing/2014/main" id="{23ADDC0E-4524-7DE2-9EF3-1D267AF63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4800" y="0"/>
            <a:ext cx="9906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1" name="Text Box 5">
            <a:extLst>
              <a:ext uri="{FF2B5EF4-FFF2-40B4-BE49-F238E27FC236}">
                <a16:creationId xmlns:a16="http://schemas.microsoft.com/office/drawing/2014/main" id="{B59A4596-5A08-840B-7499-03EB19A9A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"/>
            <a:ext cx="655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</a:rPr>
              <a:t>Okay, well, that doesn’t really matter</a:t>
            </a:r>
          </a:p>
        </p:txBody>
      </p:sp>
      <p:sp>
        <p:nvSpPr>
          <p:cNvPr id="70663" name="Text Box 7">
            <a:extLst>
              <a:ext uri="{FF2B5EF4-FFF2-40B4-BE49-F238E27FC236}">
                <a16:creationId xmlns:a16="http://schemas.microsoft.com/office/drawing/2014/main" id="{667DAABC-E9E2-C120-6B36-AB3614887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678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You’re really special…</a:t>
            </a:r>
          </a:p>
        </p:txBody>
      </p:sp>
      <p:sp>
        <p:nvSpPr>
          <p:cNvPr id="70664" name="Text Box 8">
            <a:extLst>
              <a:ext uri="{FF2B5EF4-FFF2-40B4-BE49-F238E27FC236}">
                <a16:creationId xmlns:a16="http://schemas.microsoft.com/office/drawing/2014/main" id="{5F8851FD-1F58-9B81-6915-575B465DE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800"/>
            <a:ext cx="6019800" cy="366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</a:rPr>
              <a:t>I’ve actually called you here for a reason…</a:t>
            </a:r>
          </a:p>
        </p:txBody>
      </p:sp>
      <p:sp>
        <p:nvSpPr>
          <p:cNvPr id="70665" name="Text Box 9">
            <a:extLst>
              <a:ext uri="{FF2B5EF4-FFF2-40B4-BE49-F238E27FC236}">
                <a16:creationId xmlns:a16="http://schemas.microsoft.com/office/drawing/2014/main" id="{C06267CE-7083-04B6-7910-887931E42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52600"/>
            <a:ext cx="464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And what would that be?</a:t>
            </a:r>
          </a:p>
        </p:txBody>
      </p:sp>
      <p:sp>
        <p:nvSpPr>
          <p:cNvPr id="70666" name="Text Box 10">
            <a:extLst>
              <a:ext uri="{FF2B5EF4-FFF2-40B4-BE49-F238E27FC236}">
                <a16:creationId xmlns:a16="http://schemas.microsoft.com/office/drawing/2014/main" id="{F8BE9F1B-CD13-1B65-9AAB-AF4E6F97E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362200"/>
            <a:ext cx="746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/>
      <p:bldP spid="70663" grpId="0"/>
      <p:bldP spid="70664" grpId="0" animBg="1"/>
      <p:bldP spid="7066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4" name="Picture 4">
            <a:extLst>
              <a:ext uri="{FF2B5EF4-FFF2-40B4-BE49-F238E27FC236}">
                <a16:creationId xmlns:a16="http://schemas.microsoft.com/office/drawing/2014/main" id="{F16FCB54-F6E8-F5EB-326A-601B29110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685" name="Text Box 5">
            <a:extLst>
              <a:ext uri="{FF2B5EF4-FFF2-40B4-BE49-F238E27FC236}">
                <a16:creationId xmlns:a16="http://schemas.microsoft.com/office/drawing/2014/main" id="{B4B99B5B-FAEA-50E9-EEF2-D2465A642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1000"/>
            <a:ext cx="35052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We believe you’re the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“Hero of time”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9" name="Text Box 5">
            <a:extLst>
              <a:ext uri="{FF2B5EF4-FFF2-40B4-BE49-F238E27FC236}">
                <a16:creationId xmlns:a16="http://schemas.microsoft.com/office/drawing/2014/main" id="{89105C3D-958D-9C91-C315-03E3E8977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838200"/>
            <a:ext cx="464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72710" name="Picture 6">
            <a:extLst>
              <a:ext uri="{FF2B5EF4-FFF2-40B4-BE49-F238E27FC236}">
                <a16:creationId xmlns:a16="http://schemas.microsoft.com/office/drawing/2014/main" id="{CD128F53-932C-301A-2EFD-372B0807D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711" name="Text Box 7">
            <a:extLst>
              <a:ext uri="{FF2B5EF4-FFF2-40B4-BE49-F238E27FC236}">
                <a16:creationId xmlns:a16="http://schemas.microsoft.com/office/drawing/2014/main" id="{3AC16E28-27DC-1B05-28B0-B0886416F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419600"/>
            <a:ext cx="457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Far, Far to the south, There is a tower,</a:t>
            </a:r>
          </a:p>
        </p:txBody>
      </p:sp>
      <p:sp>
        <p:nvSpPr>
          <p:cNvPr id="72712" name="Text Box 8">
            <a:extLst>
              <a:ext uri="{FF2B5EF4-FFF2-40B4-BE49-F238E27FC236}">
                <a16:creationId xmlns:a16="http://schemas.microsoft.com/office/drawing/2014/main" id="{DCEF7047-2B74-BA5E-617A-828EB7139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800600"/>
            <a:ext cx="4495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Which is believed to be the tomb of the last hero.</a:t>
            </a:r>
          </a:p>
        </p:txBody>
      </p:sp>
      <p:sp>
        <p:nvSpPr>
          <p:cNvPr id="72713" name="Text Box 9">
            <a:extLst>
              <a:ext uri="{FF2B5EF4-FFF2-40B4-BE49-F238E27FC236}">
                <a16:creationId xmlns:a16="http://schemas.microsoft.com/office/drawing/2014/main" id="{4862B4B1-2982-4E13-8C16-3B009441B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562600"/>
            <a:ext cx="449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There you will find your destiny…</a:t>
            </a:r>
          </a:p>
        </p:txBody>
      </p:sp>
    </p:spTree>
  </p:cSld>
  <p:clrMapOvr>
    <a:masterClrMapping/>
  </p:clrMapOvr>
  <p:transition spd="slow" advClick="0" advTm="500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/>
      <p:bldP spid="72712" grpId="0"/>
      <p:bldP spid="7271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>
            <a:extLst>
              <a:ext uri="{FF2B5EF4-FFF2-40B4-BE49-F238E27FC236}">
                <a16:creationId xmlns:a16="http://schemas.microsoft.com/office/drawing/2014/main" id="{E8A5EACE-4899-C9FB-D063-BCD0A9C5A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7200" y="-228600"/>
            <a:ext cx="10210800" cy="7543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3" name="Text Box 5">
            <a:extLst>
              <a:ext uri="{FF2B5EF4-FFF2-40B4-BE49-F238E27FC236}">
                <a16:creationId xmlns:a16="http://schemas.microsoft.com/office/drawing/2014/main" id="{F25E0B00-167A-334C-78DB-09703FDEB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33400"/>
            <a:ext cx="746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Why does this draw so heavily from Zelda…?</a:t>
            </a:r>
          </a:p>
        </p:txBody>
      </p:sp>
      <p:sp>
        <p:nvSpPr>
          <p:cNvPr id="73735" name="Text Box 7">
            <a:extLst>
              <a:ext uri="{FF2B5EF4-FFF2-40B4-BE49-F238E27FC236}">
                <a16:creationId xmlns:a16="http://schemas.microsoft.com/office/drawing/2014/main" id="{93EA9FCE-932F-CBD8-90A9-84CB2DF39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61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NOTE FROM SHINY: LETS SEE YOU COME UP WITH ANYTHING BETTER!!</a:t>
            </a:r>
          </a:p>
        </p:txBody>
      </p:sp>
    </p:spTree>
  </p:cSld>
  <p:clrMapOvr>
    <a:masterClrMapping/>
  </p:clrMapOvr>
  <p:transition advClick="0" advTm="4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/>
      <p:bldP spid="7373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6" name="Picture 4">
            <a:extLst>
              <a:ext uri="{FF2B5EF4-FFF2-40B4-BE49-F238E27FC236}">
                <a16:creationId xmlns:a16="http://schemas.microsoft.com/office/drawing/2014/main" id="{7904B7FC-4E40-B391-554F-E9D560EE6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757" name="Text Box 5">
            <a:extLst>
              <a:ext uri="{FF2B5EF4-FFF2-40B4-BE49-F238E27FC236}">
                <a16:creationId xmlns:a16="http://schemas.microsoft.com/office/drawing/2014/main" id="{9EFB0602-7701-0A91-DCB7-1D579C473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28600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74758" name="Text Box 6">
            <a:extLst>
              <a:ext uri="{FF2B5EF4-FFF2-40B4-BE49-F238E27FC236}">
                <a16:creationId xmlns:a16="http://schemas.microsoft.com/office/drawing/2014/main" id="{5A0A5781-A6F8-17DE-18D2-D81DA5908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0"/>
            <a:ext cx="27432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You must defeat them before they take over the world!!!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8" name="Picture 4">
            <a:extLst>
              <a:ext uri="{FF2B5EF4-FFF2-40B4-BE49-F238E27FC236}">
                <a16:creationId xmlns:a16="http://schemas.microsoft.com/office/drawing/2014/main" id="{8D84619F-D37F-207A-39E4-81A069BB9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59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829" name="Text Box 5">
            <a:extLst>
              <a:ext uri="{FF2B5EF4-FFF2-40B4-BE49-F238E27FC236}">
                <a16:creationId xmlns:a16="http://schemas.microsoft.com/office/drawing/2014/main" id="{6B00028A-BCC1-DA83-513B-95165B0B0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04800"/>
            <a:ext cx="5181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000">
                <a:solidFill>
                  <a:schemeClr val="bg1"/>
                </a:solidFill>
              </a:rPr>
              <a:t>Take over the world!!!!!!!!!!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2" name="Picture 4">
            <a:extLst>
              <a:ext uri="{FF2B5EF4-FFF2-40B4-BE49-F238E27FC236}">
                <a16:creationId xmlns:a16="http://schemas.microsoft.com/office/drawing/2014/main" id="{B339E073-5A7C-C74E-8DEF-C6E561D4E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853" name="Oval 5">
            <a:extLst>
              <a:ext uri="{FF2B5EF4-FFF2-40B4-BE49-F238E27FC236}">
                <a16:creationId xmlns:a16="http://schemas.microsoft.com/office/drawing/2014/main" id="{263D31A2-6602-0290-B4E3-6F02B0A9F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505200"/>
            <a:ext cx="381000" cy="304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4" name="Text Box 6">
            <a:extLst>
              <a:ext uri="{FF2B5EF4-FFF2-40B4-BE49-F238E27FC236}">
                <a16:creationId xmlns:a16="http://schemas.microsoft.com/office/drawing/2014/main" id="{413502BB-DA50-1854-AAAC-F9D0085DF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96240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She sure gets her point made…</a:t>
            </a:r>
          </a:p>
        </p:txBody>
      </p:sp>
    </p:spTree>
  </p:cSld>
  <p:clrMapOvr>
    <a:masterClrMapping/>
  </p:clrMapOvr>
  <p:transition spd="slow" advClick="0" advTm="3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80" name="Picture 4">
            <a:extLst>
              <a:ext uri="{FF2B5EF4-FFF2-40B4-BE49-F238E27FC236}">
                <a16:creationId xmlns:a16="http://schemas.microsoft.com/office/drawing/2014/main" id="{E78089DB-EAC2-6C93-0104-12C69667B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781" name="Oval 5">
            <a:extLst>
              <a:ext uri="{FF2B5EF4-FFF2-40B4-BE49-F238E27FC236}">
                <a16:creationId xmlns:a16="http://schemas.microsoft.com/office/drawing/2014/main" id="{D44E8731-8ED5-0945-1B03-B38CB69E5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505200"/>
            <a:ext cx="381000" cy="304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2" name="AutoShape 6">
            <a:hlinkClick r:id="rId3" action="ppaction://hlinksldjump"/>
            <a:extLst>
              <a:ext uri="{FF2B5EF4-FFF2-40B4-BE49-F238E27FC236}">
                <a16:creationId xmlns:a16="http://schemas.microsoft.com/office/drawing/2014/main" id="{0FB3F732-0A58-0F47-12A5-F16EC2497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810000"/>
            <a:ext cx="990600" cy="304800"/>
          </a:xfrm>
          <a:prstGeom prst="leftArrow">
            <a:avLst>
              <a:gd name="adj1" fmla="val 50000"/>
              <a:gd name="adj2" fmla="val 8125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3" name="AutoShape 7">
            <a:hlinkClick r:id="rId4" action="ppaction://hlinksldjump"/>
            <a:extLst>
              <a:ext uri="{FF2B5EF4-FFF2-40B4-BE49-F238E27FC236}">
                <a16:creationId xmlns:a16="http://schemas.microsoft.com/office/drawing/2014/main" id="{E8402589-9390-F52A-DD9E-41D18FFE53CE}"/>
              </a:ext>
            </a:extLst>
          </p:cNvPr>
          <p:cNvSpPr>
            <a:spLocks noChangeArrowheads="1"/>
          </p:cNvSpPr>
          <p:nvPr/>
        </p:nvSpPr>
        <p:spPr bwMode="auto">
          <a:xfrm rot="1128713">
            <a:off x="1524000" y="5257800"/>
            <a:ext cx="457200" cy="914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23699E-6 L -0.1 0.05549 " pathEditMode="relative" ptsTypes="AA">
                                      <p:cBhvr>
                                        <p:cTn id="6" dur="30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4" name="Picture 4">
            <a:extLst>
              <a:ext uri="{FF2B5EF4-FFF2-40B4-BE49-F238E27FC236}">
                <a16:creationId xmlns:a16="http://schemas.microsoft.com/office/drawing/2014/main" id="{D1CD4D29-BB99-3B9E-CD6B-88D19BE6A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805" name="Oval 5">
            <a:extLst>
              <a:ext uri="{FF2B5EF4-FFF2-40B4-BE49-F238E27FC236}">
                <a16:creationId xmlns:a16="http://schemas.microsoft.com/office/drawing/2014/main" id="{858E38CD-BC9D-E968-43EB-0FFB0C7E2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657600"/>
            <a:ext cx="381000" cy="304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3.23699E-6 L -0.39999 -0.06659 " pathEditMode="relative" ptsTypes="AA">
                                      <p:cBhvr>
                                        <p:cTn id="6" dur="50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6" name="Picture 4">
            <a:extLst>
              <a:ext uri="{FF2B5EF4-FFF2-40B4-BE49-F238E27FC236}">
                <a16:creationId xmlns:a16="http://schemas.microsoft.com/office/drawing/2014/main" id="{CFF437BF-41B8-D083-17EF-21290EBD0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877" name="AutoShape 5">
            <a:hlinkClick r:id="rId3" action="ppaction://hlinksldjump"/>
            <a:extLst>
              <a:ext uri="{FF2B5EF4-FFF2-40B4-BE49-F238E27FC236}">
                <a16:creationId xmlns:a16="http://schemas.microsoft.com/office/drawing/2014/main" id="{E12E952C-2441-1377-4093-93D9712A9EB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848600" y="1295400"/>
            <a:ext cx="762000" cy="1371600"/>
          </a:xfrm>
          <a:prstGeom prst="downArrow">
            <a:avLst>
              <a:gd name="adj1" fmla="val 50000"/>
              <a:gd name="adj2" fmla="val 4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79878" name="Text Box 6">
            <a:extLst>
              <a:ext uri="{FF2B5EF4-FFF2-40B4-BE49-F238E27FC236}">
                <a16:creationId xmlns:a16="http://schemas.microsoft.com/office/drawing/2014/main" id="{DC4B7347-86AB-F0A1-D20C-25ECDE5F9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182880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out</a:t>
            </a:r>
            <a:endParaRPr lang="en-US" altLang="en-US"/>
          </a:p>
        </p:txBody>
      </p:sp>
      <p:sp>
        <p:nvSpPr>
          <p:cNvPr id="79879" name="Freeform 7">
            <a:hlinkClick r:id="rId4" action="ppaction://hlinksldjump"/>
            <a:extLst>
              <a:ext uri="{FF2B5EF4-FFF2-40B4-BE49-F238E27FC236}">
                <a16:creationId xmlns:a16="http://schemas.microsoft.com/office/drawing/2014/main" id="{FFD1A972-F635-7636-9E95-E58149E78B01}"/>
              </a:ext>
            </a:extLst>
          </p:cNvPr>
          <p:cNvSpPr>
            <a:spLocks/>
          </p:cNvSpPr>
          <p:nvPr/>
        </p:nvSpPr>
        <p:spPr bwMode="auto">
          <a:xfrm>
            <a:off x="304800" y="4191000"/>
            <a:ext cx="304800" cy="304800"/>
          </a:xfrm>
          <a:custGeom>
            <a:avLst/>
            <a:gdLst>
              <a:gd name="T0" fmla="*/ 120 w 192"/>
              <a:gd name="T1" fmla="*/ 46 h 192"/>
              <a:gd name="T2" fmla="*/ 184 w 192"/>
              <a:gd name="T3" fmla="*/ 56 h 192"/>
              <a:gd name="T4" fmla="*/ 192 w 192"/>
              <a:gd name="T5" fmla="*/ 144 h 192"/>
              <a:gd name="T6" fmla="*/ 192 w 192"/>
              <a:gd name="T7" fmla="*/ 192 h 192"/>
              <a:gd name="T8" fmla="*/ 0 w 192"/>
              <a:gd name="T9" fmla="*/ 192 h 192"/>
              <a:gd name="T10" fmla="*/ 0 w 192"/>
              <a:gd name="T11" fmla="*/ 0 h 192"/>
              <a:gd name="T12" fmla="*/ 144 w 192"/>
              <a:gd name="T13" fmla="*/ 48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2" h="192">
                <a:moveTo>
                  <a:pt x="120" y="46"/>
                </a:moveTo>
                <a:cubicBezTo>
                  <a:pt x="147" y="53"/>
                  <a:pt x="154" y="56"/>
                  <a:pt x="184" y="56"/>
                </a:cubicBezTo>
                <a:lnTo>
                  <a:pt x="192" y="144"/>
                </a:lnTo>
                <a:lnTo>
                  <a:pt x="192" y="192"/>
                </a:lnTo>
                <a:lnTo>
                  <a:pt x="0" y="192"/>
                </a:lnTo>
                <a:lnTo>
                  <a:pt x="0" y="0"/>
                </a:lnTo>
                <a:lnTo>
                  <a:pt x="144" y="48"/>
                </a:ln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1" name="Freeform 9">
            <a:hlinkClick r:id="rId5" action="ppaction://hlinksldjump"/>
            <a:extLst>
              <a:ext uri="{FF2B5EF4-FFF2-40B4-BE49-F238E27FC236}">
                <a16:creationId xmlns:a16="http://schemas.microsoft.com/office/drawing/2014/main" id="{62F41CB6-6F4C-A084-1C99-6EA976B02439}"/>
              </a:ext>
            </a:extLst>
          </p:cNvPr>
          <p:cNvSpPr>
            <a:spLocks/>
          </p:cNvSpPr>
          <p:nvPr/>
        </p:nvSpPr>
        <p:spPr bwMode="auto">
          <a:xfrm>
            <a:off x="5303838" y="2127250"/>
            <a:ext cx="338137" cy="1073150"/>
          </a:xfrm>
          <a:custGeom>
            <a:avLst/>
            <a:gdLst>
              <a:gd name="T0" fmla="*/ 0 w 213"/>
              <a:gd name="T1" fmla="*/ 0 h 676"/>
              <a:gd name="T2" fmla="*/ 213 w 213"/>
              <a:gd name="T3" fmla="*/ 1 h 676"/>
              <a:gd name="T4" fmla="*/ 211 w 213"/>
              <a:gd name="T5" fmla="*/ 676 h 676"/>
              <a:gd name="T6" fmla="*/ 19 w 213"/>
              <a:gd name="T7" fmla="*/ 676 h 676"/>
              <a:gd name="T8" fmla="*/ 19 w 213"/>
              <a:gd name="T9" fmla="*/ 4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3" h="676">
                <a:moveTo>
                  <a:pt x="0" y="0"/>
                </a:moveTo>
                <a:cubicBezTo>
                  <a:pt x="71" y="0"/>
                  <a:pt x="142" y="1"/>
                  <a:pt x="213" y="1"/>
                </a:cubicBezTo>
                <a:lnTo>
                  <a:pt x="211" y="676"/>
                </a:lnTo>
                <a:lnTo>
                  <a:pt x="19" y="676"/>
                </a:lnTo>
                <a:lnTo>
                  <a:pt x="19" y="4"/>
                </a:ln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2" name="Freeform 10">
            <a:hlinkClick r:id="rId6" action="ppaction://hlinksldjump"/>
            <a:extLst>
              <a:ext uri="{FF2B5EF4-FFF2-40B4-BE49-F238E27FC236}">
                <a16:creationId xmlns:a16="http://schemas.microsoft.com/office/drawing/2014/main" id="{DB2962E6-9D18-3236-1EBF-B4AE92A94AC4}"/>
              </a:ext>
            </a:extLst>
          </p:cNvPr>
          <p:cNvSpPr>
            <a:spLocks/>
          </p:cNvSpPr>
          <p:nvPr/>
        </p:nvSpPr>
        <p:spPr bwMode="auto">
          <a:xfrm>
            <a:off x="1143000" y="-76200"/>
            <a:ext cx="762000" cy="2035175"/>
          </a:xfrm>
          <a:custGeom>
            <a:avLst/>
            <a:gdLst>
              <a:gd name="T0" fmla="*/ 66 w 480"/>
              <a:gd name="T1" fmla="*/ 1282 h 1282"/>
              <a:gd name="T2" fmla="*/ 75 w 480"/>
              <a:gd name="T3" fmla="*/ 1163 h 1282"/>
              <a:gd name="T4" fmla="*/ 0 w 480"/>
              <a:gd name="T5" fmla="*/ 144 h 1282"/>
              <a:gd name="T6" fmla="*/ 432 w 480"/>
              <a:gd name="T7" fmla="*/ 0 h 1282"/>
              <a:gd name="T8" fmla="*/ 480 w 480"/>
              <a:gd name="T9" fmla="*/ 1008 h 1282"/>
              <a:gd name="T10" fmla="*/ 66 w 480"/>
              <a:gd name="T11" fmla="*/ 1282 h 1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0" h="1282">
                <a:moveTo>
                  <a:pt x="66" y="1282"/>
                </a:moveTo>
                <a:cubicBezTo>
                  <a:pt x="85" y="1226"/>
                  <a:pt x="75" y="1264"/>
                  <a:pt x="75" y="1163"/>
                </a:cubicBezTo>
                <a:lnTo>
                  <a:pt x="0" y="144"/>
                </a:lnTo>
                <a:lnTo>
                  <a:pt x="432" y="0"/>
                </a:lnTo>
                <a:lnTo>
                  <a:pt x="480" y="1008"/>
                </a:lnTo>
                <a:lnTo>
                  <a:pt x="66" y="128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Click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>
            <a:extLst>
              <a:ext uri="{FF2B5EF4-FFF2-40B4-BE49-F238E27FC236}">
                <a16:creationId xmlns:a16="http://schemas.microsoft.com/office/drawing/2014/main" id="{27B8809C-E18C-7ABF-D633-0DC89FF8D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901" name="AutoShape 5">
            <a:extLst>
              <a:ext uri="{FF2B5EF4-FFF2-40B4-BE49-F238E27FC236}">
                <a16:creationId xmlns:a16="http://schemas.microsoft.com/office/drawing/2014/main" id="{D296C255-C76D-393B-3DCD-55BFD2B9D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1143000" cy="685800"/>
          </a:xfrm>
          <a:prstGeom prst="wedgeRoundRectCallout">
            <a:avLst>
              <a:gd name="adj1" fmla="val -43333"/>
              <a:gd name="adj2" fmla="val 9884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/>
              <a:t>…</a:t>
            </a:r>
          </a:p>
          <a:p>
            <a:pPr algn="ctr"/>
            <a:endParaRPr lang="en-US" altLang="en-US"/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>
            <a:extLst>
              <a:ext uri="{FF2B5EF4-FFF2-40B4-BE49-F238E27FC236}">
                <a16:creationId xmlns:a16="http://schemas.microsoft.com/office/drawing/2014/main" id="{C6AE9246-67A9-87BB-EF29-8E01A373D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947" name="AutoShape 3">
            <a:hlinkClick r:id="rId3" action="ppaction://hlinksldjump"/>
            <a:extLst>
              <a:ext uri="{FF2B5EF4-FFF2-40B4-BE49-F238E27FC236}">
                <a16:creationId xmlns:a16="http://schemas.microsoft.com/office/drawing/2014/main" id="{CA71A77D-7CE1-999C-E7D7-8DDC780AF33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848600" y="1295400"/>
            <a:ext cx="762000" cy="1371600"/>
          </a:xfrm>
          <a:prstGeom prst="downArrow">
            <a:avLst>
              <a:gd name="adj1" fmla="val 50000"/>
              <a:gd name="adj2" fmla="val 4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82948" name="Text Box 4">
            <a:extLst>
              <a:ext uri="{FF2B5EF4-FFF2-40B4-BE49-F238E27FC236}">
                <a16:creationId xmlns:a16="http://schemas.microsoft.com/office/drawing/2014/main" id="{2EC1ECF2-2FA1-525B-0662-401973F94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1752600"/>
            <a:ext cx="106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out</a:t>
            </a:r>
            <a:endParaRPr lang="en-US" altLang="en-US"/>
          </a:p>
        </p:txBody>
      </p:sp>
      <p:sp>
        <p:nvSpPr>
          <p:cNvPr id="82950" name="Freeform 6">
            <a:hlinkClick r:id="rId4" action="ppaction://hlinksldjump"/>
            <a:extLst>
              <a:ext uri="{FF2B5EF4-FFF2-40B4-BE49-F238E27FC236}">
                <a16:creationId xmlns:a16="http://schemas.microsoft.com/office/drawing/2014/main" id="{3EDDF9B5-C437-510E-CE1C-BAEA0A784173}"/>
              </a:ext>
            </a:extLst>
          </p:cNvPr>
          <p:cNvSpPr>
            <a:spLocks/>
          </p:cNvSpPr>
          <p:nvPr/>
        </p:nvSpPr>
        <p:spPr bwMode="auto">
          <a:xfrm>
            <a:off x="5303838" y="2127250"/>
            <a:ext cx="338137" cy="1073150"/>
          </a:xfrm>
          <a:custGeom>
            <a:avLst/>
            <a:gdLst>
              <a:gd name="T0" fmla="*/ 0 w 213"/>
              <a:gd name="T1" fmla="*/ 0 h 676"/>
              <a:gd name="T2" fmla="*/ 213 w 213"/>
              <a:gd name="T3" fmla="*/ 1 h 676"/>
              <a:gd name="T4" fmla="*/ 211 w 213"/>
              <a:gd name="T5" fmla="*/ 676 h 676"/>
              <a:gd name="T6" fmla="*/ 19 w 213"/>
              <a:gd name="T7" fmla="*/ 676 h 676"/>
              <a:gd name="T8" fmla="*/ 19 w 213"/>
              <a:gd name="T9" fmla="*/ 4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3" h="676">
                <a:moveTo>
                  <a:pt x="0" y="0"/>
                </a:moveTo>
                <a:cubicBezTo>
                  <a:pt x="71" y="0"/>
                  <a:pt x="142" y="1"/>
                  <a:pt x="213" y="1"/>
                </a:cubicBezTo>
                <a:lnTo>
                  <a:pt x="211" y="676"/>
                </a:lnTo>
                <a:lnTo>
                  <a:pt x="19" y="676"/>
                </a:lnTo>
                <a:lnTo>
                  <a:pt x="19" y="4"/>
                </a:ln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2" name="Freeform 8">
            <a:hlinkClick r:id="rId5" action="ppaction://hlinksldjump"/>
            <a:extLst>
              <a:ext uri="{FF2B5EF4-FFF2-40B4-BE49-F238E27FC236}">
                <a16:creationId xmlns:a16="http://schemas.microsoft.com/office/drawing/2014/main" id="{5647DCAF-0DAA-C70C-B132-86DFCBBC9D50}"/>
              </a:ext>
            </a:extLst>
          </p:cNvPr>
          <p:cNvSpPr>
            <a:spLocks/>
          </p:cNvSpPr>
          <p:nvPr/>
        </p:nvSpPr>
        <p:spPr bwMode="auto">
          <a:xfrm>
            <a:off x="1143000" y="-76200"/>
            <a:ext cx="762000" cy="2006600"/>
          </a:xfrm>
          <a:custGeom>
            <a:avLst/>
            <a:gdLst>
              <a:gd name="T0" fmla="*/ 66 w 480"/>
              <a:gd name="T1" fmla="*/ 1264 h 1264"/>
              <a:gd name="T2" fmla="*/ 66 w 480"/>
              <a:gd name="T3" fmla="*/ 1209 h 1264"/>
              <a:gd name="T4" fmla="*/ 0 w 480"/>
              <a:gd name="T5" fmla="*/ 144 h 1264"/>
              <a:gd name="T6" fmla="*/ 432 w 480"/>
              <a:gd name="T7" fmla="*/ 0 h 1264"/>
              <a:gd name="T8" fmla="*/ 480 w 480"/>
              <a:gd name="T9" fmla="*/ 1056 h 1264"/>
              <a:gd name="T10" fmla="*/ 144 w 480"/>
              <a:gd name="T11" fmla="*/ 1248 h 1264"/>
              <a:gd name="T12" fmla="*/ 480 w 480"/>
              <a:gd name="T13" fmla="*/ 1056 h 1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264">
                <a:moveTo>
                  <a:pt x="66" y="1264"/>
                </a:moveTo>
                <a:cubicBezTo>
                  <a:pt x="66" y="1246"/>
                  <a:pt x="66" y="1227"/>
                  <a:pt x="66" y="1209"/>
                </a:cubicBezTo>
                <a:lnTo>
                  <a:pt x="0" y="144"/>
                </a:lnTo>
                <a:lnTo>
                  <a:pt x="432" y="0"/>
                </a:lnTo>
                <a:lnTo>
                  <a:pt x="480" y="1056"/>
                </a:lnTo>
                <a:lnTo>
                  <a:pt x="144" y="1248"/>
                </a:lnTo>
                <a:lnTo>
                  <a:pt x="480" y="1056"/>
                </a:ln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 advClick="0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4" name="Picture 4">
            <a:extLst>
              <a:ext uri="{FF2B5EF4-FFF2-40B4-BE49-F238E27FC236}">
                <a16:creationId xmlns:a16="http://schemas.microsoft.com/office/drawing/2014/main" id="{17BFB221-8148-ADAF-5513-0F5041C58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26" name="AutoShape 6">
            <a:extLst>
              <a:ext uri="{FF2B5EF4-FFF2-40B4-BE49-F238E27FC236}">
                <a16:creationId xmlns:a16="http://schemas.microsoft.com/office/drawing/2014/main" id="{7FD9D9B5-E18E-08A6-D30E-613D76242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066800"/>
            <a:ext cx="2590800" cy="12192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/>
              <a:t>Hey ,can I have some money mister?</a:t>
            </a:r>
          </a:p>
          <a:p>
            <a:pPr algn="ctr"/>
            <a:r>
              <a:rPr lang="en-US" altLang="en-US">
                <a:hlinkClick r:id="rId3" action="ppaction://hlinksldjump"/>
              </a:rPr>
              <a:t>(back…)</a:t>
            </a:r>
            <a:endParaRPr lang="en-US" altLang="en-US"/>
          </a:p>
          <a:p>
            <a:pPr algn="ctr"/>
            <a:endParaRPr lang="en-US" altLang="en-US"/>
          </a:p>
        </p:txBody>
      </p:sp>
    </p:spTree>
  </p:cSld>
  <p:clrMapOvr>
    <a:masterClrMapping/>
  </p:clrMapOvr>
  <p:transition advClick="0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>
            <a:extLst>
              <a:ext uri="{FF2B5EF4-FFF2-40B4-BE49-F238E27FC236}">
                <a16:creationId xmlns:a16="http://schemas.microsoft.com/office/drawing/2014/main" id="{13898D6A-5E4B-0239-30F0-24AC46053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971" name="AutoShape 3">
            <a:extLst>
              <a:ext uri="{FF2B5EF4-FFF2-40B4-BE49-F238E27FC236}">
                <a16:creationId xmlns:a16="http://schemas.microsoft.com/office/drawing/2014/main" id="{2D23673E-03C2-F895-9A35-55A978112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066800"/>
            <a:ext cx="2590800" cy="12192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/>
              <a:t>Hey ,can I have some money, mister?</a:t>
            </a:r>
          </a:p>
          <a:p>
            <a:pPr algn="ctr"/>
            <a:r>
              <a:rPr lang="en-US" altLang="en-US">
                <a:hlinkClick r:id="rId3" action="ppaction://hlinksldjump"/>
              </a:rPr>
              <a:t>(back…)</a:t>
            </a:r>
            <a:endParaRPr lang="en-US" altLang="en-US"/>
          </a:p>
          <a:p>
            <a:pPr algn="ctr"/>
            <a:endParaRPr lang="en-US" altLang="en-US"/>
          </a:p>
        </p:txBody>
      </p:sp>
    </p:spTree>
  </p:cSld>
  <p:clrMapOvr>
    <a:masterClrMapping/>
  </p:clrMapOvr>
  <p:transition advClick="0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7" name="Picture 5">
            <a:extLst>
              <a:ext uri="{FF2B5EF4-FFF2-40B4-BE49-F238E27FC236}">
                <a16:creationId xmlns:a16="http://schemas.microsoft.com/office/drawing/2014/main" id="{C09C7C5F-3C10-1198-3672-97DB48E0B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998" name="Freeform 6">
            <a:hlinkClick r:id="rId3" action="ppaction://hlinksldjump"/>
            <a:extLst>
              <a:ext uri="{FF2B5EF4-FFF2-40B4-BE49-F238E27FC236}">
                <a16:creationId xmlns:a16="http://schemas.microsoft.com/office/drawing/2014/main" id="{E733AF33-5721-9181-FC4F-B1EEE19CA48A}"/>
              </a:ext>
            </a:extLst>
          </p:cNvPr>
          <p:cNvSpPr>
            <a:spLocks/>
          </p:cNvSpPr>
          <p:nvPr/>
        </p:nvSpPr>
        <p:spPr bwMode="auto">
          <a:xfrm>
            <a:off x="990600" y="-76200"/>
            <a:ext cx="838200" cy="1447800"/>
          </a:xfrm>
          <a:custGeom>
            <a:avLst/>
            <a:gdLst>
              <a:gd name="T0" fmla="*/ 98 w 528"/>
              <a:gd name="T1" fmla="*/ 880 h 912"/>
              <a:gd name="T2" fmla="*/ 144 w 528"/>
              <a:gd name="T3" fmla="*/ 871 h 912"/>
              <a:gd name="T4" fmla="*/ 199 w 528"/>
              <a:gd name="T5" fmla="*/ 807 h 912"/>
              <a:gd name="T6" fmla="*/ 528 w 528"/>
              <a:gd name="T7" fmla="*/ 672 h 912"/>
              <a:gd name="T8" fmla="*/ 480 w 528"/>
              <a:gd name="T9" fmla="*/ 0 h 912"/>
              <a:gd name="T10" fmla="*/ 0 w 528"/>
              <a:gd name="T11" fmla="*/ 0 h 912"/>
              <a:gd name="T12" fmla="*/ 0 w 528"/>
              <a:gd name="T13" fmla="*/ 912 h 912"/>
              <a:gd name="T14" fmla="*/ 98 w 528"/>
              <a:gd name="T15" fmla="*/ 880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912">
                <a:moveTo>
                  <a:pt x="98" y="880"/>
                </a:moveTo>
                <a:cubicBezTo>
                  <a:pt x="113" y="877"/>
                  <a:pt x="130" y="879"/>
                  <a:pt x="144" y="871"/>
                </a:cubicBezTo>
                <a:cubicBezTo>
                  <a:pt x="144" y="871"/>
                  <a:pt x="192" y="814"/>
                  <a:pt x="199" y="807"/>
                </a:cubicBezTo>
                <a:lnTo>
                  <a:pt x="528" y="672"/>
                </a:lnTo>
                <a:lnTo>
                  <a:pt x="480" y="0"/>
                </a:lnTo>
                <a:lnTo>
                  <a:pt x="0" y="0"/>
                </a:lnTo>
                <a:lnTo>
                  <a:pt x="0" y="912"/>
                </a:lnTo>
                <a:lnTo>
                  <a:pt x="98" y="88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999" name="Freeform 7">
            <a:hlinkClick r:id="rId4" action="ppaction://hlinksldjump"/>
            <a:extLst>
              <a:ext uri="{FF2B5EF4-FFF2-40B4-BE49-F238E27FC236}">
                <a16:creationId xmlns:a16="http://schemas.microsoft.com/office/drawing/2014/main" id="{FA51243B-572B-432C-DB55-4A6EEADD8739}"/>
              </a:ext>
            </a:extLst>
          </p:cNvPr>
          <p:cNvSpPr>
            <a:spLocks/>
          </p:cNvSpPr>
          <p:nvPr/>
        </p:nvSpPr>
        <p:spPr bwMode="auto">
          <a:xfrm>
            <a:off x="7620000" y="4572000"/>
            <a:ext cx="1600200" cy="2362200"/>
          </a:xfrm>
          <a:custGeom>
            <a:avLst/>
            <a:gdLst>
              <a:gd name="T0" fmla="*/ 110 w 1008"/>
              <a:gd name="T1" fmla="*/ 1426 h 1488"/>
              <a:gd name="T2" fmla="*/ 64 w 1008"/>
              <a:gd name="T3" fmla="*/ 1326 h 1488"/>
              <a:gd name="T4" fmla="*/ 0 w 1008"/>
              <a:gd name="T5" fmla="*/ 1056 h 1488"/>
              <a:gd name="T6" fmla="*/ 48 w 1008"/>
              <a:gd name="T7" fmla="*/ 528 h 1488"/>
              <a:gd name="T8" fmla="*/ 96 w 1008"/>
              <a:gd name="T9" fmla="*/ 96 h 1488"/>
              <a:gd name="T10" fmla="*/ 528 w 1008"/>
              <a:gd name="T11" fmla="*/ 0 h 1488"/>
              <a:gd name="T12" fmla="*/ 1008 w 1008"/>
              <a:gd name="T13" fmla="*/ 96 h 1488"/>
              <a:gd name="T14" fmla="*/ 960 w 1008"/>
              <a:gd name="T15" fmla="*/ 1488 h 1488"/>
              <a:gd name="T16" fmla="*/ 110 w 1008"/>
              <a:gd name="T17" fmla="*/ 1426 h 1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08" h="1488">
                <a:moveTo>
                  <a:pt x="110" y="1426"/>
                </a:moveTo>
                <a:cubicBezTo>
                  <a:pt x="55" y="1408"/>
                  <a:pt x="64" y="1384"/>
                  <a:pt x="64" y="1326"/>
                </a:cubicBezTo>
                <a:lnTo>
                  <a:pt x="0" y="1056"/>
                </a:lnTo>
                <a:lnTo>
                  <a:pt x="48" y="528"/>
                </a:lnTo>
                <a:lnTo>
                  <a:pt x="96" y="96"/>
                </a:lnTo>
                <a:lnTo>
                  <a:pt x="528" y="0"/>
                </a:lnTo>
                <a:lnTo>
                  <a:pt x="1008" y="96"/>
                </a:lnTo>
                <a:lnTo>
                  <a:pt x="960" y="1488"/>
                </a:lnTo>
                <a:lnTo>
                  <a:pt x="110" y="1426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00" name="Rectangle 8">
            <a:hlinkClick r:id="rId5" action="ppaction://hlinksldjump"/>
            <a:extLst>
              <a:ext uri="{FF2B5EF4-FFF2-40B4-BE49-F238E27FC236}">
                <a16:creationId xmlns:a16="http://schemas.microsoft.com/office/drawing/2014/main" id="{BAC8856A-9F64-5590-C8DE-DB8F3CEDD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828800"/>
            <a:ext cx="2286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20" name="Picture 4">
            <a:extLst>
              <a:ext uri="{FF2B5EF4-FFF2-40B4-BE49-F238E27FC236}">
                <a16:creationId xmlns:a16="http://schemas.microsoft.com/office/drawing/2014/main" id="{23BC44BC-AEF8-F764-4750-88D36077A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022" name="AutoShape 6">
            <a:extLst>
              <a:ext uri="{FF2B5EF4-FFF2-40B4-BE49-F238E27FC236}">
                <a16:creationId xmlns:a16="http://schemas.microsoft.com/office/drawing/2014/main" id="{67BAA594-8B00-4B76-7157-B4AFD5E64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657600"/>
            <a:ext cx="2133600" cy="990600"/>
          </a:xfrm>
          <a:prstGeom prst="wedgeRoundRectCallout">
            <a:avLst>
              <a:gd name="adj1" fmla="val 44421"/>
              <a:gd name="adj2" fmla="val 9391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/>
              <a:t>Help me!!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>
                <a:hlinkClick r:id="rId3" action="ppaction://hlinksldjump"/>
              </a:rPr>
              <a:t>(back)</a:t>
            </a:r>
            <a:endParaRPr lang="en-US" altLang="en-US"/>
          </a:p>
        </p:txBody>
      </p:sp>
    </p:spTree>
  </p:cSld>
  <p:clrMapOvr>
    <a:masterClrMapping/>
  </p:clrMapOvr>
  <p:transition advClick="0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4" name="Picture 4">
            <a:hlinkClick r:id="" action="ppaction://media"/>
            <a:extLst>
              <a:ext uri="{FF2B5EF4-FFF2-40B4-BE49-F238E27FC236}">
                <a16:creationId xmlns:a16="http://schemas.microsoft.com/office/drawing/2014/main" id="{DD0DC4BF-4A33-0A48-589B-CCE6B8D59EC6}"/>
              </a:ext>
            </a:extLst>
          </p:cNvPr>
          <p:cNvPicPr>
            <a:picLocks noRot="1" noChangeAspect="1" noChangeArrowheads="1"/>
          </p:cNvPicPr>
          <p:nvPr>
            <a:wavAudioFile r:embed="rId1" name="MSSN00568A0000[1].wav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045" name="Picture 5">
            <a:extLst>
              <a:ext uri="{FF2B5EF4-FFF2-40B4-BE49-F238E27FC236}">
                <a16:creationId xmlns:a16="http://schemas.microsoft.com/office/drawing/2014/main" id="{E0FDC9F2-7867-404C-AF7F-0257640D5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046" name="Text Box 6">
            <a:extLst>
              <a:ext uri="{FF2B5EF4-FFF2-40B4-BE49-F238E27FC236}">
                <a16:creationId xmlns:a16="http://schemas.microsoft.com/office/drawing/2014/main" id="{178838EA-9FEF-EB30-F332-5D19ECFF8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33400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/>
              <a:t>Got the glass!!</a:t>
            </a:r>
          </a:p>
        </p:txBody>
      </p:sp>
      <p:sp>
        <p:nvSpPr>
          <p:cNvPr id="87047" name="Text Box 7">
            <a:extLst>
              <a:ext uri="{FF2B5EF4-FFF2-40B4-BE49-F238E27FC236}">
                <a16:creationId xmlns:a16="http://schemas.microsoft.com/office/drawing/2014/main" id="{C3F27843-A691-1427-94E3-E07606417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54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(back)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1" fill="hold"/>
                                        <p:tgtEl>
                                          <p:spTgt spid="870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4491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7044"/>
                </p:tgtEl>
              </p:cMediaNode>
            </p:audio>
          </p:childTnLst>
        </p:cTn>
      </p:par>
    </p:tnLst>
    <p:bldLst>
      <p:bldP spid="87046" grpId="0"/>
      <p:bldP spid="8704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8" name="Picture 4">
            <a:extLst>
              <a:ext uri="{FF2B5EF4-FFF2-40B4-BE49-F238E27FC236}">
                <a16:creationId xmlns:a16="http://schemas.microsoft.com/office/drawing/2014/main" id="{57D18405-1E3B-DD13-DAA9-A7FD54C86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069" name="Oval 5">
            <a:extLst>
              <a:ext uri="{FF2B5EF4-FFF2-40B4-BE49-F238E27FC236}">
                <a16:creationId xmlns:a16="http://schemas.microsoft.com/office/drawing/2014/main" id="{8C39880F-6C53-1307-B114-02E5366CE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124200"/>
            <a:ext cx="381000" cy="304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5.78035E-7 C 0.02414 0.00531 0.04271 0.01595 0.06511 0.02543 C 0.07344 0.03283 0.07796 0.03213 0.08889 0.03375 C 0.11112 0.0437 0.0823 0.03144 0.14601 0.03815 C 0.15608 0.0393 0.16476 0.04878 0.17466 0.05063 C 0.19115 0.05364 0.20921 0.0541 0.22535 0.05502 C 0.23959 0.06104 0.21528 0.05133 0.24757 0.05919 C 0.25243 0.06034 0.25695 0.06381 0.26181 0.06543 C 0.32622 0.12323 0.41702 0.08254 0.49202 0.08254 " pathEditMode="relative" ptsTypes="ffffffffA">
                                      <p:cBhvr>
                                        <p:cTn id="6" dur="50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2" name="Picture 4">
            <a:extLst>
              <a:ext uri="{FF2B5EF4-FFF2-40B4-BE49-F238E27FC236}">
                <a16:creationId xmlns:a16="http://schemas.microsoft.com/office/drawing/2014/main" id="{C3CBE819-FD59-B314-9400-3BC5B9AF8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094" name="Oval 6">
            <a:extLst>
              <a:ext uri="{FF2B5EF4-FFF2-40B4-BE49-F238E27FC236}">
                <a16:creationId xmlns:a16="http://schemas.microsoft.com/office/drawing/2014/main" id="{F0DD8C15-33DB-2CD0-E7F3-9D0029D55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1000" y="3886200"/>
            <a:ext cx="381000" cy="304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6.6474E-6 C 0.02361 0.00138 0.04392 0.00416 0.06667 0.00832 C 0.13038 0.0356 0.06979 0.0104 0.25712 0.0104 " pathEditMode="relative" ptsTypes="ffA">
                                      <p:cBhvr>
                                        <p:cTn id="6" dur="50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6" name="Picture 4">
            <a:extLst>
              <a:ext uri="{FF2B5EF4-FFF2-40B4-BE49-F238E27FC236}">
                <a16:creationId xmlns:a16="http://schemas.microsoft.com/office/drawing/2014/main" id="{56AE6674-71AD-6410-6158-11361741D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117" name="Oval 5">
            <a:extLst>
              <a:ext uri="{FF2B5EF4-FFF2-40B4-BE49-F238E27FC236}">
                <a16:creationId xmlns:a16="http://schemas.microsoft.com/office/drawing/2014/main" id="{57AA5FF5-5A2E-FC3A-10DB-8010035BE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962400"/>
            <a:ext cx="381000" cy="304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64162E-6 L -0.125 0.46612 " pathEditMode="relative" ptsTypes="AA">
                                      <p:cBhvr>
                                        <p:cTn id="6" dur="50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40" name="Picture 4">
            <a:extLst>
              <a:ext uri="{FF2B5EF4-FFF2-40B4-BE49-F238E27FC236}">
                <a16:creationId xmlns:a16="http://schemas.microsoft.com/office/drawing/2014/main" id="{BD9EFC89-3F99-31D7-29CB-186C9589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141" name="Oval 5">
            <a:extLst>
              <a:ext uri="{FF2B5EF4-FFF2-40B4-BE49-F238E27FC236}">
                <a16:creationId xmlns:a16="http://schemas.microsoft.com/office/drawing/2014/main" id="{2762D851-16A5-887C-64EC-9EFC57AB4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1524000"/>
            <a:ext cx="457200" cy="3810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 advTm="4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2.89017E-7 C -0.06267 0.0437 -0.12535 0.0874 -0.17778 0.11838 C -0.23021 0.14936 -0.2651 0.16324 -0.31424 0.18613 C -0.36337 0.20902 -0.41823 0.23237 -0.47309 0.25572 " pathEditMode="relative" ptsTypes="aaaA">
                                      <p:cBhvr>
                                        <p:cTn id="6" dur="50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4" name="Picture 4">
            <a:extLst>
              <a:ext uri="{FF2B5EF4-FFF2-40B4-BE49-F238E27FC236}">
                <a16:creationId xmlns:a16="http://schemas.microsoft.com/office/drawing/2014/main" id="{71F0EF3B-A6F5-5153-BC0F-81B574139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65" name="Picture 5">
            <a:extLst>
              <a:ext uri="{FF2B5EF4-FFF2-40B4-BE49-F238E27FC236}">
                <a16:creationId xmlns:a16="http://schemas.microsoft.com/office/drawing/2014/main" id="{87601FF8-B473-9CC5-DF4D-66B805C3E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752600"/>
            <a:ext cx="14732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72" name="Freeform 12">
            <a:extLst>
              <a:ext uri="{FF2B5EF4-FFF2-40B4-BE49-F238E27FC236}">
                <a16:creationId xmlns:a16="http://schemas.microsoft.com/office/drawing/2014/main" id="{69C60191-2D6E-A29A-61DF-E096914C9A3E}"/>
              </a:ext>
            </a:extLst>
          </p:cNvPr>
          <p:cNvSpPr>
            <a:spLocks/>
          </p:cNvSpPr>
          <p:nvPr/>
        </p:nvSpPr>
        <p:spPr bwMode="auto">
          <a:xfrm>
            <a:off x="1066800" y="1219200"/>
            <a:ext cx="762000" cy="228600"/>
          </a:xfrm>
          <a:custGeom>
            <a:avLst/>
            <a:gdLst>
              <a:gd name="T0" fmla="*/ 159 w 480"/>
              <a:gd name="T1" fmla="*/ 5 h 144"/>
              <a:gd name="T2" fmla="*/ 143 w 480"/>
              <a:gd name="T3" fmla="*/ 6 h 144"/>
              <a:gd name="T4" fmla="*/ 0 w 480"/>
              <a:gd name="T5" fmla="*/ 48 h 144"/>
              <a:gd name="T6" fmla="*/ 0 w 480"/>
              <a:gd name="T7" fmla="*/ 96 h 144"/>
              <a:gd name="T8" fmla="*/ 144 w 480"/>
              <a:gd name="T9" fmla="*/ 144 h 144"/>
              <a:gd name="T10" fmla="*/ 480 w 480"/>
              <a:gd name="T11" fmla="*/ 144 h 144"/>
              <a:gd name="T12" fmla="*/ 480 w 480"/>
              <a:gd name="T13" fmla="*/ 0 h 144"/>
              <a:gd name="T14" fmla="*/ 144 w 480"/>
              <a:gd name="T1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80" h="144">
                <a:moveTo>
                  <a:pt x="159" y="5"/>
                </a:moveTo>
                <a:cubicBezTo>
                  <a:pt x="154" y="5"/>
                  <a:pt x="143" y="6"/>
                  <a:pt x="143" y="6"/>
                </a:cubicBezTo>
                <a:lnTo>
                  <a:pt x="0" y="48"/>
                </a:lnTo>
                <a:lnTo>
                  <a:pt x="0" y="96"/>
                </a:lnTo>
                <a:lnTo>
                  <a:pt x="144" y="144"/>
                </a:lnTo>
                <a:lnTo>
                  <a:pt x="480" y="144"/>
                </a:lnTo>
                <a:lnTo>
                  <a:pt x="480" y="0"/>
                </a:lnTo>
                <a:lnTo>
                  <a:pt x="144" y="0"/>
                </a:lnTo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73" name="Text Box 13">
            <a:extLst>
              <a:ext uri="{FF2B5EF4-FFF2-40B4-BE49-F238E27FC236}">
                <a16:creationId xmlns:a16="http://schemas.microsoft.com/office/drawing/2014/main" id="{4B57BA2E-E490-2A2C-6142-D6DEA8E77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28600"/>
            <a:ext cx="419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Mr. T attacks!</a:t>
            </a:r>
          </a:p>
        </p:txBody>
      </p:sp>
      <p:sp>
        <p:nvSpPr>
          <p:cNvPr id="92174" name="Text Box 14">
            <a:extLst>
              <a:ext uri="{FF2B5EF4-FFF2-40B4-BE49-F238E27FC236}">
                <a16:creationId xmlns:a16="http://schemas.microsoft.com/office/drawing/2014/main" id="{CBBBEF10-13D6-93F1-0775-EF26F5DE6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5720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-attack</a:t>
            </a:r>
            <a:endParaRPr lang="en-US" altLang="en-US"/>
          </a:p>
        </p:txBody>
      </p:sp>
      <p:sp>
        <p:nvSpPr>
          <p:cNvPr id="92175" name="Text Box 15">
            <a:extLst>
              <a:ext uri="{FF2B5EF4-FFF2-40B4-BE49-F238E27FC236}">
                <a16:creationId xmlns:a16="http://schemas.microsoft.com/office/drawing/2014/main" id="{2A0F73A3-8523-8A98-C3F2-46B51FCA4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029200"/>
            <a:ext cx="228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-LIMIT</a:t>
            </a:r>
            <a:endParaRPr lang="en-US" altLang="en-US"/>
          </a:p>
        </p:txBody>
      </p:sp>
      <p:sp>
        <p:nvSpPr>
          <p:cNvPr id="92176" name="Text Box 16">
            <a:extLst>
              <a:ext uri="{FF2B5EF4-FFF2-40B4-BE49-F238E27FC236}">
                <a16:creationId xmlns:a16="http://schemas.microsoft.com/office/drawing/2014/main" id="{E5A9DCFE-3169-8F38-FF3C-F4278FCD5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486400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6" action="ppaction://hlinksldjump"/>
              </a:rPr>
              <a:t>-flee</a:t>
            </a:r>
            <a:endParaRPr lang="en-US" altLang="en-US"/>
          </a:p>
        </p:txBody>
      </p:sp>
    </p:spTree>
  </p:cSld>
  <p:clrMapOvr>
    <a:masterClrMapping/>
  </p:clrMapOvr>
  <p:transition advClick="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8" name="Picture 4">
            <a:extLst>
              <a:ext uri="{FF2B5EF4-FFF2-40B4-BE49-F238E27FC236}">
                <a16:creationId xmlns:a16="http://schemas.microsoft.com/office/drawing/2014/main" id="{8AD70333-6A84-956E-F53D-1F55DAD34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189" name="Picture 5">
            <a:extLst>
              <a:ext uri="{FF2B5EF4-FFF2-40B4-BE49-F238E27FC236}">
                <a16:creationId xmlns:a16="http://schemas.microsoft.com/office/drawing/2014/main" id="{A113E0A5-C31F-C479-4424-79A07A59D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8956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190" name="Picture 6">
            <a:extLst>
              <a:ext uri="{FF2B5EF4-FFF2-40B4-BE49-F238E27FC236}">
                <a16:creationId xmlns:a16="http://schemas.microsoft.com/office/drawing/2014/main" id="{1CFBF467-9577-CB36-87AD-8D500935F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2971800"/>
            <a:ext cx="9779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191" name="Text Box 7">
            <a:extLst>
              <a:ext uri="{FF2B5EF4-FFF2-40B4-BE49-F238E27FC236}">
                <a16:creationId xmlns:a16="http://schemas.microsoft.com/office/drawing/2014/main" id="{ED07F121-A164-6ECE-7EA3-6278D09C8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52400"/>
            <a:ext cx="525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charges LIMIT!</a:t>
            </a:r>
          </a:p>
        </p:txBody>
      </p:sp>
      <p:sp>
        <p:nvSpPr>
          <p:cNvPr id="93199" name="Line 15">
            <a:extLst>
              <a:ext uri="{FF2B5EF4-FFF2-40B4-BE49-F238E27FC236}">
                <a16:creationId xmlns:a16="http://schemas.microsoft.com/office/drawing/2014/main" id="{B20D4D13-4177-9D67-4FF0-D0852F1A283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6800" y="4267200"/>
            <a:ext cx="1371600" cy="7620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0" name="Line 16">
            <a:extLst>
              <a:ext uri="{FF2B5EF4-FFF2-40B4-BE49-F238E27FC236}">
                <a16:creationId xmlns:a16="http://schemas.microsoft.com/office/drawing/2014/main" id="{57ECA375-BB27-96D4-488C-7E997246E57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38800" y="4191000"/>
            <a:ext cx="685800" cy="838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2" name="Line 18">
            <a:extLst>
              <a:ext uri="{FF2B5EF4-FFF2-40B4-BE49-F238E27FC236}">
                <a16:creationId xmlns:a16="http://schemas.microsoft.com/office/drawing/2014/main" id="{8E158B22-7274-51F8-3428-113154560A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4267200"/>
            <a:ext cx="1905000" cy="7620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3" name="Line 19">
            <a:extLst>
              <a:ext uri="{FF2B5EF4-FFF2-40B4-BE49-F238E27FC236}">
                <a16:creationId xmlns:a16="http://schemas.microsoft.com/office/drawing/2014/main" id="{56675C73-793D-3020-4BD8-B08C29FB51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4038600"/>
            <a:ext cx="914400" cy="7620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4" name="Line 20">
            <a:extLst>
              <a:ext uri="{FF2B5EF4-FFF2-40B4-BE49-F238E27FC236}">
                <a16:creationId xmlns:a16="http://schemas.microsoft.com/office/drawing/2014/main" id="{B564ABCA-8A34-A665-E8C0-944F19670F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4191000"/>
            <a:ext cx="228600" cy="457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5" name="Line 21">
            <a:extLst>
              <a:ext uri="{FF2B5EF4-FFF2-40B4-BE49-F238E27FC236}">
                <a16:creationId xmlns:a16="http://schemas.microsoft.com/office/drawing/2014/main" id="{3F7D2FF8-7BB7-3055-5FBE-153614912BF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4876800"/>
            <a:ext cx="1371600" cy="1524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6" name="Line 22">
            <a:extLst>
              <a:ext uri="{FF2B5EF4-FFF2-40B4-BE49-F238E27FC236}">
                <a16:creationId xmlns:a16="http://schemas.microsoft.com/office/drawing/2014/main" id="{94EB563D-A0DA-369A-B7BC-6BA6A90371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5029200"/>
            <a:ext cx="1143000" cy="3048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7" name="Line 23">
            <a:extLst>
              <a:ext uri="{FF2B5EF4-FFF2-40B4-BE49-F238E27FC236}">
                <a16:creationId xmlns:a16="http://schemas.microsoft.com/office/drawing/2014/main" id="{5AEDB517-5B81-2EC6-F4E8-530567C88D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5029200"/>
            <a:ext cx="457200" cy="457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8" name="Line 24">
            <a:extLst>
              <a:ext uri="{FF2B5EF4-FFF2-40B4-BE49-F238E27FC236}">
                <a16:creationId xmlns:a16="http://schemas.microsoft.com/office/drawing/2014/main" id="{C0B4FDE5-0F1D-5A8E-D849-493D6DA17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029200"/>
            <a:ext cx="17526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9" name="Line 25">
            <a:extLst>
              <a:ext uri="{FF2B5EF4-FFF2-40B4-BE49-F238E27FC236}">
                <a16:creationId xmlns:a16="http://schemas.microsoft.com/office/drawing/2014/main" id="{937EB5C9-21A1-DC7D-34CA-49C3629F51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029200"/>
            <a:ext cx="1219200" cy="228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15" name="Line 31">
            <a:extLst>
              <a:ext uri="{FF2B5EF4-FFF2-40B4-BE49-F238E27FC236}">
                <a16:creationId xmlns:a16="http://schemas.microsoft.com/office/drawing/2014/main" id="{C7FAF76E-7D21-D7FC-C0C4-DBDE75D590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-914400"/>
            <a:ext cx="914400" cy="1143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16" name="Line 32">
            <a:extLst>
              <a:ext uri="{FF2B5EF4-FFF2-40B4-BE49-F238E27FC236}">
                <a16:creationId xmlns:a16="http://schemas.microsoft.com/office/drawing/2014/main" id="{A770581D-7D10-AFF1-6411-12D57D692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-1371600" y="1600200"/>
            <a:ext cx="990600" cy="914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17" name="Line 33">
            <a:extLst>
              <a:ext uri="{FF2B5EF4-FFF2-40B4-BE49-F238E27FC236}">
                <a16:creationId xmlns:a16="http://schemas.microsoft.com/office/drawing/2014/main" id="{BCDDB7F2-5469-37D6-FA68-B1688B956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-1219200" y="914400"/>
            <a:ext cx="990600" cy="914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18" name="Line 34">
            <a:extLst>
              <a:ext uri="{FF2B5EF4-FFF2-40B4-BE49-F238E27FC236}">
                <a16:creationId xmlns:a16="http://schemas.microsoft.com/office/drawing/2014/main" id="{A00EC0EA-E0F7-7B94-3866-6B2FADA002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-1143000"/>
            <a:ext cx="914400" cy="1143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20" name="Text Box 36">
            <a:extLst>
              <a:ext uri="{FF2B5EF4-FFF2-40B4-BE49-F238E27FC236}">
                <a16:creationId xmlns:a16="http://schemas.microsoft.com/office/drawing/2014/main" id="{A3B304F7-CE0C-711D-2752-267FEF043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609600"/>
            <a:ext cx="533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Mr. T!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3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667 0.51607 L -0.375 0.72693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93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17" y="10543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83 0.15538 L 0.27916 0.36625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932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10543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417 0.15537 L 0.2875 0.36624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932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10543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5 0.43838 L -0.33333 0.64925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93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17" y="105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1" grpId="0"/>
      <p:bldP spid="9322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Text Box 4">
            <a:extLst>
              <a:ext uri="{FF2B5EF4-FFF2-40B4-BE49-F238E27FC236}">
                <a16:creationId xmlns:a16="http://schemas.microsoft.com/office/drawing/2014/main" id="{54E46CCB-DBB0-453B-C720-F849D3D8B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19200"/>
            <a:ext cx="510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Gained a level</a:t>
            </a:r>
          </a:p>
        </p:txBody>
      </p:sp>
      <p:pic>
        <p:nvPicPr>
          <p:cNvPr id="94213" name="Picture 5">
            <a:extLst>
              <a:ext uri="{FF2B5EF4-FFF2-40B4-BE49-F238E27FC236}">
                <a16:creationId xmlns:a16="http://schemas.microsoft.com/office/drawing/2014/main" id="{E86B1FFF-5E4D-B8EF-45FC-0569AAE83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214" name="Text Box 6">
            <a:extLst>
              <a:ext uri="{FF2B5EF4-FFF2-40B4-BE49-F238E27FC236}">
                <a16:creationId xmlns:a16="http://schemas.microsoft.com/office/drawing/2014/main" id="{0CEA34CB-067C-4F83-C533-6DCBDE505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066800"/>
            <a:ext cx="792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Gained a level!</a:t>
            </a:r>
          </a:p>
        </p:txBody>
      </p:sp>
      <p:sp>
        <p:nvSpPr>
          <p:cNvPr id="94215" name="Text Box 7">
            <a:extLst>
              <a:ext uri="{FF2B5EF4-FFF2-40B4-BE49-F238E27FC236}">
                <a16:creationId xmlns:a16="http://schemas.microsoft.com/office/drawing/2014/main" id="{6AC93DC5-984F-C07B-FDF1-AE588E979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00200"/>
            <a:ext cx="36576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-Hp +10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-Mp +10</a:t>
            </a:r>
          </a:p>
        </p:txBody>
      </p:sp>
      <p:pic>
        <p:nvPicPr>
          <p:cNvPr id="94216" name="Picture 8">
            <a:hlinkClick r:id="" action="ppaction://media"/>
            <a:extLst>
              <a:ext uri="{FF2B5EF4-FFF2-40B4-BE49-F238E27FC236}">
                <a16:creationId xmlns:a16="http://schemas.microsoft.com/office/drawing/2014/main" id="{B8F272D6-0F03-7243-8E5D-A61FDC9CC0C6}"/>
              </a:ext>
            </a:extLst>
          </p:cNvPr>
          <p:cNvPicPr>
            <a:picLocks noRot="1" noChangeAspect="1" noChangeArrowheads="1"/>
          </p:cNvPicPr>
          <p:nvPr>
            <a:wavAudioFile r:embed="rId1" name="j0214098.wav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217" name="Line 9">
            <a:extLst>
              <a:ext uri="{FF2B5EF4-FFF2-40B4-BE49-F238E27FC236}">
                <a16:creationId xmlns:a16="http://schemas.microsoft.com/office/drawing/2014/main" id="{D03823E6-CF74-5C17-455B-310B3AF131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-457200" y="4038600"/>
            <a:ext cx="12192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8" name="Line 10">
            <a:extLst>
              <a:ext uri="{FF2B5EF4-FFF2-40B4-BE49-F238E27FC236}">
                <a16:creationId xmlns:a16="http://schemas.microsoft.com/office/drawing/2014/main" id="{2ED72DB3-F9AE-9AF1-F8B6-A1523F0428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3200400"/>
            <a:ext cx="175260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9" name="Text Box 11">
            <a:extLst>
              <a:ext uri="{FF2B5EF4-FFF2-40B4-BE49-F238E27FC236}">
                <a16:creationId xmlns:a16="http://schemas.microsoft.com/office/drawing/2014/main" id="{4A2B6069-4821-A6AB-EF53-311B8BD6A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590800"/>
            <a:ext cx="365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45" fill="hold"/>
                                        <p:tgtEl>
                                          <p:spTgt spid="942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4745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4216"/>
                </p:tgtEl>
              </p:cMediaNode>
            </p:audio>
          </p:childTnLst>
        </p:cTn>
      </p:par>
    </p:tnLst>
    <p:bldLst>
      <p:bldP spid="94214" grpId="0"/>
      <p:bldP spid="9421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6" name="Picture 4">
            <a:extLst>
              <a:ext uri="{FF2B5EF4-FFF2-40B4-BE49-F238E27FC236}">
                <a16:creationId xmlns:a16="http://schemas.microsoft.com/office/drawing/2014/main" id="{F4F43177-04C6-CBCB-3AC6-930E41CDB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237" name="Picture 5">
            <a:extLst>
              <a:ext uri="{FF2B5EF4-FFF2-40B4-BE49-F238E27FC236}">
                <a16:creationId xmlns:a16="http://schemas.microsoft.com/office/drawing/2014/main" id="{4E01E04A-04A1-E41F-1B6D-686739F7E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971800"/>
            <a:ext cx="9779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238" name="Picture 6">
            <a:extLst>
              <a:ext uri="{FF2B5EF4-FFF2-40B4-BE49-F238E27FC236}">
                <a16:creationId xmlns:a16="http://schemas.microsoft.com/office/drawing/2014/main" id="{D2ACE501-E9D6-0B4C-2EBB-C2355030D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895600"/>
            <a:ext cx="1655763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239" name="Text Box 7">
            <a:extLst>
              <a:ext uri="{FF2B5EF4-FFF2-40B4-BE49-F238E27FC236}">
                <a16:creationId xmlns:a16="http://schemas.microsoft.com/office/drawing/2014/main" id="{A5C65CAF-CBBA-EE75-465A-800F9390C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209800"/>
            <a:ext cx="571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Fled successfully!</a:t>
            </a:r>
          </a:p>
        </p:txBody>
      </p:sp>
      <p:sp>
        <p:nvSpPr>
          <p:cNvPr id="95240" name="Text Box 8">
            <a:extLst>
              <a:ext uri="{FF2B5EF4-FFF2-40B4-BE49-F238E27FC236}">
                <a16:creationId xmlns:a16="http://schemas.microsoft.com/office/drawing/2014/main" id="{F701AD18-71AC-0821-1224-AB7E86871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90800"/>
            <a:ext cx="1905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</a:rPr>
              <a:t>I pity the foo..</a:t>
            </a:r>
          </a:p>
        </p:txBody>
      </p:sp>
      <p:sp>
        <p:nvSpPr>
          <p:cNvPr id="95241" name="Text Box 9">
            <a:extLst>
              <a:ext uri="{FF2B5EF4-FFF2-40B4-BE49-F238E27FC236}">
                <a16:creationId xmlns:a16="http://schemas.microsoft.com/office/drawing/2014/main" id="{6755216D-0446-171A-7BD1-1CE551187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590800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  <a:hlinkClick r:id="rId5" action="ppaction://hlinksldjump"/>
              </a:rPr>
              <a:t>Click to continue…</a:t>
            </a:r>
            <a:endParaRPr lang="en-US" altLang="en-US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7341E-7 L 0.675 -0.0443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50" y="-22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5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5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60" name="Picture 4">
            <a:extLst>
              <a:ext uri="{FF2B5EF4-FFF2-40B4-BE49-F238E27FC236}">
                <a16:creationId xmlns:a16="http://schemas.microsoft.com/office/drawing/2014/main" id="{09F8790C-FDDC-249A-E51A-F6C77988B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261" name="Picture 5">
            <a:extLst>
              <a:ext uri="{FF2B5EF4-FFF2-40B4-BE49-F238E27FC236}">
                <a16:creationId xmlns:a16="http://schemas.microsoft.com/office/drawing/2014/main" id="{667E73E1-E156-C74F-AC12-4FDCC44E6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971800"/>
            <a:ext cx="9779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262" name="Picture 6">
            <a:extLst>
              <a:ext uri="{FF2B5EF4-FFF2-40B4-BE49-F238E27FC236}">
                <a16:creationId xmlns:a16="http://schemas.microsoft.com/office/drawing/2014/main" id="{79B565B6-DC03-70D3-38E8-87EDA94B8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8194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263" name="Picture 7">
            <a:extLst>
              <a:ext uri="{FF2B5EF4-FFF2-40B4-BE49-F238E27FC236}">
                <a16:creationId xmlns:a16="http://schemas.microsoft.com/office/drawing/2014/main" id="{D1F3EB26-6B23-AD01-F2E3-8BFB938C9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1150" y="609600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264" name="Picture 8">
            <a:extLst>
              <a:ext uri="{FF2B5EF4-FFF2-40B4-BE49-F238E27FC236}">
                <a16:creationId xmlns:a16="http://schemas.microsoft.com/office/drawing/2014/main" id="{90C380F1-F088-4458-1022-167702DE2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895600"/>
            <a:ext cx="2093913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265" name="Text Box 9">
            <a:extLst>
              <a:ext uri="{FF2B5EF4-FFF2-40B4-BE49-F238E27FC236}">
                <a16:creationId xmlns:a16="http://schemas.microsoft.com/office/drawing/2014/main" id="{2C5579F6-0E55-63B8-819A-4D6C976EB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33400"/>
            <a:ext cx="388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Mr. T takes 7 damage!</a:t>
            </a:r>
          </a:p>
        </p:txBody>
      </p:sp>
      <p:sp>
        <p:nvSpPr>
          <p:cNvPr id="96266" name="Text Box 10">
            <a:extLst>
              <a:ext uri="{FF2B5EF4-FFF2-40B4-BE49-F238E27FC236}">
                <a16:creationId xmlns:a16="http://schemas.microsoft.com/office/drawing/2014/main" id="{533FB86D-2012-BCF5-901D-BFF51F129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990600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  <a:hlinkClick r:id="rId7" action="ppaction://hlinksldjump"/>
              </a:rPr>
              <a:t>Click here to continue</a:t>
            </a:r>
            <a:endParaRPr lang="en-US" altLang="en-US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4.68208E-6 L -0.46667 4.68208E-6 " pathEditMode="relative" ptsTypes="AA">
                                      <p:cBhvr>
                                        <p:cTn id="6" dur="5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834 0.83237 L 5E-6 1.84971E-6 " pathEditMode="relative" ptsTypes="AA">
                                      <p:cBhvr>
                                        <p:cTn id="12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5" grpId="0"/>
      <p:bldP spid="9626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5" name="Picture 5">
            <a:extLst>
              <a:ext uri="{FF2B5EF4-FFF2-40B4-BE49-F238E27FC236}">
                <a16:creationId xmlns:a16="http://schemas.microsoft.com/office/drawing/2014/main" id="{CFFA7AF3-6D12-0D0F-992E-F7AC1F2A9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286" name="Oval 6">
            <a:extLst>
              <a:ext uri="{FF2B5EF4-FFF2-40B4-BE49-F238E27FC236}">
                <a16:creationId xmlns:a16="http://schemas.microsoft.com/office/drawing/2014/main" id="{F278F5F9-011B-0410-7C91-B3227C9F3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276600"/>
            <a:ext cx="457200" cy="3810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7" name="AutoShape 7">
            <a:hlinkClick r:id="rId3" action="ppaction://hlinksldjump"/>
            <a:extLst>
              <a:ext uri="{FF2B5EF4-FFF2-40B4-BE49-F238E27FC236}">
                <a16:creationId xmlns:a16="http://schemas.microsoft.com/office/drawing/2014/main" id="{79E17FD5-CAAB-8BEE-DD55-28325A756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1219200" cy="533400"/>
          </a:xfrm>
          <a:prstGeom prst="leftArrow">
            <a:avLst>
              <a:gd name="adj1" fmla="val 50000"/>
              <a:gd name="adj2" fmla="val 5714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09827E-6 C -0.09027 0.04648 -0.18055 0.09295 -0.2875 0.12347 C -0.39444 0.15399 -0.58229 0.17226 -0.64166 0.18312 " pathEditMode="relative" rAng="0" ptsTypes="aaA">
                                      <p:cBhvr>
                                        <p:cTn id="6" dur="5000" fill="hold"/>
                                        <p:tgtEl>
                                          <p:spTgt spid="97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83" y="91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8" name="Picture 4">
            <a:extLst>
              <a:ext uri="{FF2B5EF4-FFF2-40B4-BE49-F238E27FC236}">
                <a16:creationId xmlns:a16="http://schemas.microsoft.com/office/drawing/2014/main" id="{820CA684-5FFA-4F4A-A3E2-D3357A6A3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309" name="Picture 5">
            <a:extLst>
              <a:ext uri="{FF2B5EF4-FFF2-40B4-BE49-F238E27FC236}">
                <a16:creationId xmlns:a16="http://schemas.microsoft.com/office/drawing/2014/main" id="{E236C92C-FDB3-56C2-FE18-84B2CE9D9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6670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310" name="Picture 6">
            <a:extLst>
              <a:ext uri="{FF2B5EF4-FFF2-40B4-BE49-F238E27FC236}">
                <a16:creationId xmlns:a16="http://schemas.microsoft.com/office/drawing/2014/main" id="{BE2F0442-039C-1F26-8C88-2BD00B66C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95600"/>
            <a:ext cx="9779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311" name="AutoShape 7">
            <a:extLst>
              <a:ext uri="{FF2B5EF4-FFF2-40B4-BE49-F238E27FC236}">
                <a16:creationId xmlns:a16="http://schemas.microsoft.com/office/drawing/2014/main" id="{D23E8800-AED4-BEDE-42D9-BA3CB3766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3400" y="-533400"/>
            <a:ext cx="10820400" cy="7391400"/>
          </a:xfrm>
          <a:prstGeom prst="irregularSeal2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3" name="WordArt 9">
            <a:extLst>
              <a:ext uri="{FF2B5EF4-FFF2-40B4-BE49-F238E27FC236}">
                <a16:creationId xmlns:a16="http://schemas.microsoft.com/office/drawing/2014/main" id="{C4EBC1B2-0F9D-4091-40B4-3F0408ACD03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-556695">
            <a:off x="2743200" y="2819400"/>
            <a:ext cx="3309938" cy="116522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 panose="020B0A04020102020204" pitchFamily="34" charset="0"/>
              </a:rPr>
              <a:t>BAM!!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-0.05133 L 0.49653 -0.006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0" y="22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2" name="Picture 4">
            <a:extLst>
              <a:ext uri="{FF2B5EF4-FFF2-40B4-BE49-F238E27FC236}">
                <a16:creationId xmlns:a16="http://schemas.microsoft.com/office/drawing/2014/main" id="{F538EB6E-BDB7-58C9-5A21-FFF0B5F75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333" name="Picture 5">
            <a:extLst>
              <a:ext uri="{FF2B5EF4-FFF2-40B4-BE49-F238E27FC236}">
                <a16:creationId xmlns:a16="http://schemas.microsoft.com/office/drawing/2014/main" id="{43CB0D22-6EBE-6451-6F8D-4F0A4C3BF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6670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334" name="Picture 6">
            <a:extLst>
              <a:ext uri="{FF2B5EF4-FFF2-40B4-BE49-F238E27FC236}">
                <a16:creationId xmlns:a16="http://schemas.microsoft.com/office/drawing/2014/main" id="{7ECB1BBB-7B08-337C-8642-0A3734ECE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743200"/>
            <a:ext cx="9779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335" name="Picture 7">
            <a:extLst>
              <a:ext uri="{FF2B5EF4-FFF2-40B4-BE49-F238E27FC236}">
                <a16:creationId xmlns:a16="http://schemas.microsoft.com/office/drawing/2014/main" id="{32B80366-36F4-4C40-38B3-D9C8ECE0C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2838450"/>
            <a:ext cx="23812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336" name="Text Box 8">
            <a:extLst>
              <a:ext uri="{FF2B5EF4-FFF2-40B4-BE49-F238E27FC236}">
                <a16:creationId xmlns:a16="http://schemas.microsoft.com/office/drawing/2014/main" id="{03D184E6-BB58-33C4-56AB-0686DDD14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2400"/>
            <a:ext cx="617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15 damage!</a:t>
            </a:r>
          </a:p>
        </p:txBody>
      </p:sp>
      <p:sp>
        <p:nvSpPr>
          <p:cNvPr id="99337" name="Text Box 9">
            <a:extLst>
              <a:ext uri="{FF2B5EF4-FFF2-40B4-BE49-F238E27FC236}">
                <a16:creationId xmlns:a16="http://schemas.microsoft.com/office/drawing/2014/main" id="{EE5402CA-8982-D634-3AE8-0675716FE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09600"/>
            <a:ext cx="381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6" action="ppaction://hlinksldjump"/>
              </a:rPr>
              <a:t>Click here to continue.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6 4.68208E-6 L -0.43333 -0.0444 " pathEditMode="relative" ptsTypes="AA">
                                      <p:cBhvr>
                                        <p:cTn id="6" dur="2000" fill="hold"/>
                                        <p:tgtEl>
                                          <p:spTgt spid="993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6" grpId="0"/>
      <p:bldP spid="9933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6" name="Picture 4">
            <a:extLst>
              <a:ext uri="{FF2B5EF4-FFF2-40B4-BE49-F238E27FC236}">
                <a16:creationId xmlns:a16="http://schemas.microsoft.com/office/drawing/2014/main" id="{91F6F455-2F6D-0060-36CE-30F96EF84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357" name="Picture 5">
            <a:extLst>
              <a:ext uri="{FF2B5EF4-FFF2-40B4-BE49-F238E27FC236}">
                <a16:creationId xmlns:a16="http://schemas.microsoft.com/office/drawing/2014/main" id="{9B5A60DD-5382-E780-8D37-221CC6CA2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752600"/>
            <a:ext cx="14732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8" name="Freeform 6">
            <a:extLst>
              <a:ext uri="{FF2B5EF4-FFF2-40B4-BE49-F238E27FC236}">
                <a16:creationId xmlns:a16="http://schemas.microsoft.com/office/drawing/2014/main" id="{DCAB6563-1A5C-4E9B-887C-BA41EFBB61CF}"/>
              </a:ext>
            </a:extLst>
          </p:cNvPr>
          <p:cNvSpPr>
            <a:spLocks/>
          </p:cNvSpPr>
          <p:nvPr/>
        </p:nvSpPr>
        <p:spPr bwMode="auto">
          <a:xfrm>
            <a:off x="1066800" y="1219200"/>
            <a:ext cx="990600" cy="228600"/>
          </a:xfrm>
          <a:custGeom>
            <a:avLst/>
            <a:gdLst>
              <a:gd name="T0" fmla="*/ 159 w 480"/>
              <a:gd name="T1" fmla="*/ 5 h 144"/>
              <a:gd name="T2" fmla="*/ 143 w 480"/>
              <a:gd name="T3" fmla="*/ 6 h 144"/>
              <a:gd name="T4" fmla="*/ 0 w 480"/>
              <a:gd name="T5" fmla="*/ 48 h 144"/>
              <a:gd name="T6" fmla="*/ 0 w 480"/>
              <a:gd name="T7" fmla="*/ 96 h 144"/>
              <a:gd name="T8" fmla="*/ 144 w 480"/>
              <a:gd name="T9" fmla="*/ 144 h 144"/>
              <a:gd name="T10" fmla="*/ 480 w 480"/>
              <a:gd name="T11" fmla="*/ 144 h 144"/>
              <a:gd name="T12" fmla="*/ 480 w 480"/>
              <a:gd name="T13" fmla="*/ 0 h 144"/>
              <a:gd name="T14" fmla="*/ 144 w 480"/>
              <a:gd name="T1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80" h="144">
                <a:moveTo>
                  <a:pt x="159" y="5"/>
                </a:moveTo>
                <a:cubicBezTo>
                  <a:pt x="154" y="5"/>
                  <a:pt x="143" y="6"/>
                  <a:pt x="143" y="6"/>
                </a:cubicBezTo>
                <a:lnTo>
                  <a:pt x="0" y="48"/>
                </a:lnTo>
                <a:lnTo>
                  <a:pt x="0" y="96"/>
                </a:lnTo>
                <a:lnTo>
                  <a:pt x="144" y="144"/>
                </a:lnTo>
                <a:lnTo>
                  <a:pt x="480" y="144"/>
                </a:lnTo>
                <a:lnTo>
                  <a:pt x="480" y="0"/>
                </a:lnTo>
                <a:lnTo>
                  <a:pt x="144" y="0"/>
                </a:lnTo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59" name="Text Box 7">
            <a:extLst>
              <a:ext uri="{FF2B5EF4-FFF2-40B4-BE49-F238E27FC236}">
                <a16:creationId xmlns:a16="http://schemas.microsoft.com/office/drawing/2014/main" id="{676CA160-92A3-EE5D-7D56-4327C8AFF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029200"/>
            <a:ext cx="228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-LIMIT</a:t>
            </a:r>
            <a:endParaRPr lang="en-US" altLang="en-US"/>
          </a:p>
        </p:txBody>
      </p:sp>
      <p:sp>
        <p:nvSpPr>
          <p:cNvPr id="100360" name="Text Box 8">
            <a:extLst>
              <a:ext uri="{FF2B5EF4-FFF2-40B4-BE49-F238E27FC236}">
                <a16:creationId xmlns:a16="http://schemas.microsoft.com/office/drawing/2014/main" id="{66D68FC9-B4C5-0C35-10BA-F7A88A67D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486400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-flee</a:t>
            </a:r>
            <a:endParaRPr lang="en-US" altLang="en-US"/>
          </a:p>
        </p:txBody>
      </p:sp>
      <p:sp>
        <p:nvSpPr>
          <p:cNvPr id="100361" name="Text Box 9">
            <a:extLst>
              <a:ext uri="{FF2B5EF4-FFF2-40B4-BE49-F238E27FC236}">
                <a16:creationId xmlns:a16="http://schemas.microsoft.com/office/drawing/2014/main" id="{12F46037-90FE-008B-42F1-2F8EB690E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495800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6" action="ppaction://hlinksldjump"/>
              </a:rPr>
              <a:t>-attack</a:t>
            </a:r>
            <a:endParaRPr lang="en-US" altLang="en-US"/>
          </a:p>
        </p:txBody>
      </p:sp>
      <p:sp>
        <p:nvSpPr>
          <p:cNvPr id="100363" name="Text Box 11">
            <a:extLst>
              <a:ext uri="{FF2B5EF4-FFF2-40B4-BE49-F238E27FC236}">
                <a16:creationId xmlns:a16="http://schemas.microsoft.com/office/drawing/2014/main" id="{31857E14-4CD5-CDE3-0006-B97A36E78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33400"/>
            <a:ext cx="7620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10</a:t>
            </a:r>
          </a:p>
        </p:txBody>
      </p:sp>
    </p:spTree>
  </p:cSld>
  <p:clrMapOvr>
    <a:masterClrMapping/>
  </p:clrMapOvr>
  <p:transition advClick="0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80" name="Picture 4">
            <a:extLst>
              <a:ext uri="{FF2B5EF4-FFF2-40B4-BE49-F238E27FC236}">
                <a16:creationId xmlns:a16="http://schemas.microsoft.com/office/drawing/2014/main" id="{72B64352-D104-F6B0-1B0F-F959ACCD0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381" name="Picture 5">
            <a:extLst>
              <a:ext uri="{FF2B5EF4-FFF2-40B4-BE49-F238E27FC236}">
                <a16:creationId xmlns:a16="http://schemas.microsoft.com/office/drawing/2014/main" id="{A789BE43-4F96-DEB1-D438-494DB8E91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8194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382" name="Picture 6">
            <a:extLst>
              <a:ext uri="{FF2B5EF4-FFF2-40B4-BE49-F238E27FC236}">
                <a16:creationId xmlns:a16="http://schemas.microsoft.com/office/drawing/2014/main" id="{1CAB99A2-37E7-BB0D-4BB4-8CFB904D4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971800"/>
            <a:ext cx="9779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383" name="Picture 7">
            <a:extLst>
              <a:ext uri="{FF2B5EF4-FFF2-40B4-BE49-F238E27FC236}">
                <a16:creationId xmlns:a16="http://schemas.microsoft.com/office/drawing/2014/main" id="{A71B2D1C-7119-26B1-35DA-B8D84B1A8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1150" y="609600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384" name="Picture 8">
            <a:extLst>
              <a:ext uri="{FF2B5EF4-FFF2-40B4-BE49-F238E27FC236}">
                <a16:creationId xmlns:a16="http://schemas.microsoft.com/office/drawing/2014/main" id="{5B5F0009-1FE5-BBEF-C7C5-719E42D5B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895600"/>
            <a:ext cx="2093913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385" name="Text Box 9">
            <a:extLst>
              <a:ext uri="{FF2B5EF4-FFF2-40B4-BE49-F238E27FC236}">
                <a16:creationId xmlns:a16="http://schemas.microsoft.com/office/drawing/2014/main" id="{D21D1D03-29FD-68A2-44F6-4ABDCE4AB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52400"/>
            <a:ext cx="388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Mr. T takes 10 damage!</a:t>
            </a:r>
          </a:p>
        </p:txBody>
      </p:sp>
      <p:sp>
        <p:nvSpPr>
          <p:cNvPr id="101386" name="Text Box 10">
            <a:hlinkClick r:id="rId7" action="ppaction://hlinksldjump"/>
            <a:extLst>
              <a:ext uri="{FF2B5EF4-FFF2-40B4-BE49-F238E27FC236}">
                <a16:creationId xmlns:a16="http://schemas.microsoft.com/office/drawing/2014/main" id="{9E39F1E1-B24C-B562-515D-AFAB0E18D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685800"/>
            <a:ext cx="327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7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4.68208E-6 L -0.46667 4.68208E-6 " pathEditMode="relative" ptsTypes="AA">
                                      <p:cBhvr>
                                        <p:cTn id="6" dur="5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834 0.83237 L 5E-6 1.84971E-6 " pathEditMode="relative" ptsTypes="AA">
                                      <p:cBhvr>
                                        <p:cTn id="12" dur="5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5" grpId="0"/>
      <p:bldP spid="10138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2">
            <a:extLst>
              <a:ext uri="{FF2B5EF4-FFF2-40B4-BE49-F238E27FC236}">
                <a16:creationId xmlns:a16="http://schemas.microsoft.com/office/drawing/2014/main" id="{C857C46E-1A24-1F8E-90A0-28EF77EDF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03" name="Picture 3">
            <a:extLst>
              <a:ext uri="{FF2B5EF4-FFF2-40B4-BE49-F238E27FC236}">
                <a16:creationId xmlns:a16="http://schemas.microsoft.com/office/drawing/2014/main" id="{D3453E30-F027-8F2A-9F3E-FF67E98B5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6670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04" name="Picture 4">
            <a:extLst>
              <a:ext uri="{FF2B5EF4-FFF2-40B4-BE49-F238E27FC236}">
                <a16:creationId xmlns:a16="http://schemas.microsoft.com/office/drawing/2014/main" id="{07846E48-B1CC-EB47-253D-1FC73B3E2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95600"/>
            <a:ext cx="9779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05" name="AutoShape 5">
            <a:extLst>
              <a:ext uri="{FF2B5EF4-FFF2-40B4-BE49-F238E27FC236}">
                <a16:creationId xmlns:a16="http://schemas.microsoft.com/office/drawing/2014/main" id="{910017C5-AF5A-51C6-3132-20713FD7C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3400" y="-533400"/>
            <a:ext cx="10820400" cy="7391400"/>
          </a:xfrm>
          <a:prstGeom prst="irregularSeal2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6" name="WordArt 6">
            <a:extLst>
              <a:ext uri="{FF2B5EF4-FFF2-40B4-BE49-F238E27FC236}">
                <a16:creationId xmlns:a16="http://schemas.microsoft.com/office/drawing/2014/main" id="{D08D3FB4-3848-95E3-2429-599B035DA1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-556695">
            <a:off x="2743200" y="2819400"/>
            <a:ext cx="3309938" cy="116522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 panose="020B0A04020102020204" pitchFamily="34" charset="0"/>
              </a:rPr>
              <a:t>BAM!!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-0.05133 L 0.49653 -0.006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0" y="22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2">
            <a:extLst>
              <a:ext uri="{FF2B5EF4-FFF2-40B4-BE49-F238E27FC236}">
                <a16:creationId xmlns:a16="http://schemas.microsoft.com/office/drawing/2014/main" id="{8F36A2B8-459A-B65B-2F8C-5FFBC5E58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27" name="Picture 3">
            <a:extLst>
              <a:ext uri="{FF2B5EF4-FFF2-40B4-BE49-F238E27FC236}">
                <a16:creationId xmlns:a16="http://schemas.microsoft.com/office/drawing/2014/main" id="{08E25152-7C97-F70E-9E49-4CEFB0A9F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6670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28" name="Picture 4">
            <a:extLst>
              <a:ext uri="{FF2B5EF4-FFF2-40B4-BE49-F238E27FC236}">
                <a16:creationId xmlns:a16="http://schemas.microsoft.com/office/drawing/2014/main" id="{1D8B118A-027D-9BC9-9D14-EE6670DB1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743200"/>
            <a:ext cx="9779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29" name="Picture 5">
            <a:extLst>
              <a:ext uri="{FF2B5EF4-FFF2-40B4-BE49-F238E27FC236}">
                <a16:creationId xmlns:a16="http://schemas.microsoft.com/office/drawing/2014/main" id="{841F307E-732C-6D88-A70D-921B51A8F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2838450"/>
            <a:ext cx="23812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30" name="Text Box 6">
            <a:extLst>
              <a:ext uri="{FF2B5EF4-FFF2-40B4-BE49-F238E27FC236}">
                <a16:creationId xmlns:a16="http://schemas.microsoft.com/office/drawing/2014/main" id="{836E866F-215B-71C9-9DFB-6012E773F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2400"/>
            <a:ext cx="617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15 damage!</a:t>
            </a:r>
          </a:p>
        </p:txBody>
      </p:sp>
      <p:sp>
        <p:nvSpPr>
          <p:cNvPr id="103431" name="Text Box 7">
            <a:extLst>
              <a:ext uri="{FF2B5EF4-FFF2-40B4-BE49-F238E27FC236}">
                <a16:creationId xmlns:a16="http://schemas.microsoft.com/office/drawing/2014/main" id="{DE863D8C-6575-3056-25B0-70A24C899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09600"/>
            <a:ext cx="381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6" action="ppaction://hlinksldjump"/>
              </a:rPr>
              <a:t>Click here to continue.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6 4.68208E-6 L -0.43333 -0.0444 " pathEditMode="relative" ptsTypes="AA">
                                      <p:cBhvr>
                                        <p:cTn id="6" dur="20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0" grpId="0"/>
      <p:bldP spid="10343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3" name="Picture 5">
            <a:extLst>
              <a:ext uri="{FF2B5EF4-FFF2-40B4-BE49-F238E27FC236}">
                <a16:creationId xmlns:a16="http://schemas.microsoft.com/office/drawing/2014/main" id="{94A6FB94-0132-F11B-2952-F592C3D78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54" name="Oval 6">
            <a:extLst>
              <a:ext uri="{FF2B5EF4-FFF2-40B4-BE49-F238E27FC236}">
                <a16:creationId xmlns:a16="http://schemas.microsoft.com/office/drawing/2014/main" id="{52ABBFB8-347C-48C9-EF0A-A3CEF9E94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2667000"/>
            <a:ext cx="381000" cy="304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 advTm="4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16185E-6 L -0.45833 0.15537 " pathEditMode="relative" ptsTypes="AA">
                                      <p:cBhvr>
                                        <p:cTn id="6" dur="50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4" name="Picture 4">
            <a:extLst>
              <a:ext uri="{FF2B5EF4-FFF2-40B4-BE49-F238E27FC236}">
                <a16:creationId xmlns:a16="http://schemas.microsoft.com/office/drawing/2014/main" id="{7AAAA134-CA06-6DCD-B1B5-526CEA4D0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525" name="Picture 5">
            <a:extLst>
              <a:ext uri="{FF2B5EF4-FFF2-40B4-BE49-F238E27FC236}">
                <a16:creationId xmlns:a16="http://schemas.microsoft.com/office/drawing/2014/main" id="{48303E84-379F-CF67-BB78-A1FB4D4E9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014663"/>
            <a:ext cx="561975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526" name="Text Box 6">
            <a:extLst>
              <a:ext uri="{FF2B5EF4-FFF2-40B4-BE49-F238E27FC236}">
                <a16:creationId xmlns:a16="http://schemas.microsoft.com/office/drawing/2014/main" id="{5315C668-A68E-0775-0108-BFC36E070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28600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Slug attacks!</a:t>
            </a:r>
          </a:p>
        </p:txBody>
      </p:sp>
      <p:sp>
        <p:nvSpPr>
          <p:cNvPr id="107527" name="Freeform 7">
            <a:extLst>
              <a:ext uri="{FF2B5EF4-FFF2-40B4-BE49-F238E27FC236}">
                <a16:creationId xmlns:a16="http://schemas.microsoft.com/office/drawing/2014/main" id="{89321116-1E13-F92B-7100-DCF9B6EA6309}"/>
              </a:ext>
            </a:extLst>
          </p:cNvPr>
          <p:cNvSpPr>
            <a:spLocks/>
          </p:cNvSpPr>
          <p:nvPr/>
        </p:nvSpPr>
        <p:spPr bwMode="auto">
          <a:xfrm>
            <a:off x="1066800" y="1219200"/>
            <a:ext cx="533400" cy="228600"/>
          </a:xfrm>
          <a:custGeom>
            <a:avLst/>
            <a:gdLst>
              <a:gd name="T0" fmla="*/ 159 w 480"/>
              <a:gd name="T1" fmla="*/ 5 h 144"/>
              <a:gd name="T2" fmla="*/ 143 w 480"/>
              <a:gd name="T3" fmla="*/ 6 h 144"/>
              <a:gd name="T4" fmla="*/ 0 w 480"/>
              <a:gd name="T5" fmla="*/ 48 h 144"/>
              <a:gd name="T6" fmla="*/ 0 w 480"/>
              <a:gd name="T7" fmla="*/ 96 h 144"/>
              <a:gd name="T8" fmla="*/ 144 w 480"/>
              <a:gd name="T9" fmla="*/ 144 h 144"/>
              <a:gd name="T10" fmla="*/ 480 w 480"/>
              <a:gd name="T11" fmla="*/ 144 h 144"/>
              <a:gd name="T12" fmla="*/ 480 w 480"/>
              <a:gd name="T13" fmla="*/ 0 h 144"/>
              <a:gd name="T14" fmla="*/ 144 w 480"/>
              <a:gd name="T1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80" h="144">
                <a:moveTo>
                  <a:pt x="159" y="5"/>
                </a:moveTo>
                <a:cubicBezTo>
                  <a:pt x="154" y="5"/>
                  <a:pt x="143" y="6"/>
                  <a:pt x="143" y="6"/>
                </a:cubicBezTo>
                <a:lnTo>
                  <a:pt x="0" y="48"/>
                </a:lnTo>
                <a:lnTo>
                  <a:pt x="0" y="96"/>
                </a:lnTo>
                <a:lnTo>
                  <a:pt x="144" y="144"/>
                </a:lnTo>
                <a:lnTo>
                  <a:pt x="480" y="144"/>
                </a:lnTo>
                <a:lnTo>
                  <a:pt x="480" y="0"/>
                </a:lnTo>
                <a:lnTo>
                  <a:pt x="144" y="0"/>
                </a:lnTo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28" name="Text Box 8">
            <a:extLst>
              <a:ext uri="{FF2B5EF4-FFF2-40B4-BE49-F238E27FC236}">
                <a16:creationId xmlns:a16="http://schemas.microsoft.com/office/drawing/2014/main" id="{E57C336A-6846-9D36-DFF7-0C900BCCB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419600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-Attack</a:t>
            </a:r>
            <a:endParaRPr lang="en-US" altLang="en-US"/>
          </a:p>
        </p:txBody>
      </p:sp>
      <p:sp>
        <p:nvSpPr>
          <p:cNvPr id="107529" name="Text Box 9">
            <a:extLst>
              <a:ext uri="{FF2B5EF4-FFF2-40B4-BE49-F238E27FC236}">
                <a16:creationId xmlns:a16="http://schemas.microsoft.com/office/drawing/2014/main" id="{55C35B97-45BC-1D69-F064-E237F1842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876800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-LIMIT</a:t>
            </a:r>
            <a:endParaRPr lang="en-US" altLang="en-US"/>
          </a:p>
        </p:txBody>
      </p:sp>
      <p:sp>
        <p:nvSpPr>
          <p:cNvPr id="107530" name="Text Box 10">
            <a:extLst>
              <a:ext uri="{FF2B5EF4-FFF2-40B4-BE49-F238E27FC236}">
                <a16:creationId xmlns:a16="http://schemas.microsoft.com/office/drawing/2014/main" id="{2C165E58-F7A4-42A7-81CE-AC715C812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3340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6" action="ppaction://hlinksldjump"/>
              </a:rPr>
              <a:t>-Flee</a:t>
            </a:r>
            <a:endParaRPr lang="en-US" altLang="en-US"/>
          </a:p>
        </p:txBody>
      </p:sp>
    </p:spTree>
  </p:cSld>
  <p:clrMapOvr>
    <a:masterClrMapping/>
  </p:clrMapOvr>
  <p:transition spd="slow" advClick="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>
            <a:extLst>
              <a:ext uri="{FF2B5EF4-FFF2-40B4-BE49-F238E27FC236}">
                <a16:creationId xmlns:a16="http://schemas.microsoft.com/office/drawing/2014/main" id="{D46F8BB2-5CCE-9E06-431E-254593B08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99" name="Oval 3">
            <a:extLst>
              <a:ext uri="{FF2B5EF4-FFF2-40B4-BE49-F238E27FC236}">
                <a16:creationId xmlns:a16="http://schemas.microsoft.com/office/drawing/2014/main" id="{4FEA7DA6-5994-6481-0C77-4080E5E9D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276600"/>
            <a:ext cx="457200" cy="3810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0" name="AutoShape 4">
            <a:hlinkClick r:id="rId3" action="ppaction://hlinksldjump"/>
            <a:extLst>
              <a:ext uri="{FF2B5EF4-FFF2-40B4-BE49-F238E27FC236}">
                <a16:creationId xmlns:a16="http://schemas.microsoft.com/office/drawing/2014/main" id="{BD1D6E9F-0F5B-5831-B9AB-99FFE71FE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1219200" cy="533400"/>
          </a:xfrm>
          <a:prstGeom prst="leftArrow">
            <a:avLst>
              <a:gd name="adj1" fmla="val 50000"/>
              <a:gd name="adj2" fmla="val 5714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09827E-6 C -0.09027 0.04648 -0.18055 0.09295 -0.2875 0.12347 C -0.39444 0.15399 -0.58229 0.17226 -0.64166 0.18312 " pathEditMode="relative" rAng="0" ptsTypes="aaA">
                                      <p:cBhvr>
                                        <p:cTn id="6" dur="50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83" y="91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>
            <a:extLst>
              <a:ext uri="{FF2B5EF4-FFF2-40B4-BE49-F238E27FC236}">
                <a16:creationId xmlns:a16="http://schemas.microsoft.com/office/drawing/2014/main" id="{9ABCD5FE-7C2F-33CF-B315-4E5125AFF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71" name="Picture 3">
            <a:extLst>
              <a:ext uri="{FF2B5EF4-FFF2-40B4-BE49-F238E27FC236}">
                <a16:creationId xmlns:a16="http://schemas.microsoft.com/office/drawing/2014/main" id="{CC7AE48F-2214-012F-57FD-46D34725A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014663"/>
            <a:ext cx="561975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573" name="Freeform 5">
            <a:extLst>
              <a:ext uri="{FF2B5EF4-FFF2-40B4-BE49-F238E27FC236}">
                <a16:creationId xmlns:a16="http://schemas.microsoft.com/office/drawing/2014/main" id="{ECCC0509-C356-8B38-5BB9-CDF41DE024EF}"/>
              </a:ext>
            </a:extLst>
          </p:cNvPr>
          <p:cNvSpPr>
            <a:spLocks/>
          </p:cNvSpPr>
          <p:nvPr/>
        </p:nvSpPr>
        <p:spPr bwMode="auto">
          <a:xfrm>
            <a:off x="1066800" y="1219200"/>
            <a:ext cx="533400" cy="228600"/>
          </a:xfrm>
          <a:custGeom>
            <a:avLst/>
            <a:gdLst>
              <a:gd name="T0" fmla="*/ 159 w 480"/>
              <a:gd name="T1" fmla="*/ 5 h 144"/>
              <a:gd name="T2" fmla="*/ 143 w 480"/>
              <a:gd name="T3" fmla="*/ 6 h 144"/>
              <a:gd name="T4" fmla="*/ 0 w 480"/>
              <a:gd name="T5" fmla="*/ 48 h 144"/>
              <a:gd name="T6" fmla="*/ 0 w 480"/>
              <a:gd name="T7" fmla="*/ 96 h 144"/>
              <a:gd name="T8" fmla="*/ 144 w 480"/>
              <a:gd name="T9" fmla="*/ 144 h 144"/>
              <a:gd name="T10" fmla="*/ 480 w 480"/>
              <a:gd name="T11" fmla="*/ 144 h 144"/>
              <a:gd name="T12" fmla="*/ 480 w 480"/>
              <a:gd name="T13" fmla="*/ 0 h 144"/>
              <a:gd name="T14" fmla="*/ 144 w 480"/>
              <a:gd name="T1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80" h="144">
                <a:moveTo>
                  <a:pt x="159" y="5"/>
                </a:moveTo>
                <a:cubicBezTo>
                  <a:pt x="154" y="5"/>
                  <a:pt x="143" y="6"/>
                  <a:pt x="143" y="6"/>
                </a:cubicBezTo>
                <a:lnTo>
                  <a:pt x="0" y="48"/>
                </a:lnTo>
                <a:lnTo>
                  <a:pt x="0" y="96"/>
                </a:lnTo>
                <a:lnTo>
                  <a:pt x="144" y="144"/>
                </a:lnTo>
                <a:lnTo>
                  <a:pt x="480" y="144"/>
                </a:lnTo>
                <a:lnTo>
                  <a:pt x="480" y="0"/>
                </a:lnTo>
                <a:lnTo>
                  <a:pt x="144" y="0"/>
                </a:lnTo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574" name="Text Box 6">
            <a:extLst>
              <a:ext uri="{FF2B5EF4-FFF2-40B4-BE49-F238E27FC236}">
                <a16:creationId xmlns:a16="http://schemas.microsoft.com/office/drawing/2014/main" id="{18994B2C-B48A-CA1D-D4B7-2D33EC1BF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419600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-Attack</a:t>
            </a:r>
            <a:endParaRPr lang="en-US" altLang="en-US"/>
          </a:p>
        </p:txBody>
      </p:sp>
      <p:sp>
        <p:nvSpPr>
          <p:cNvPr id="109575" name="Text Box 7">
            <a:extLst>
              <a:ext uri="{FF2B5EF4-FFF2-40B4-BE49-F238E27FC236}">
                <a16:creationId xmlns:a16="http://schemas.microsoft.com/office/drawing/2014/main" id="{26A07BBB-FE64-67E9-74A9-10EB2D6BB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876800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-LIMIT</a:t>
            </a:r>
            <a:endParaRPr lang="en-US" altLang="en-US"/>
          </a:p>
        </p:txBody>
      </p:sp>
      <p:sp>
        <p:nvSpPr>
          <p:cNvPr id="109577" name="Text Box 9">
            <a:extLst>
              <a:ext uri="{FF2B5EF4-FFF2-40B4-BE49-F238E27FC236}">
                <a16:creationId xmlns:a16="http://schemas.microsoft.com/office/drawing/2014/main" id="{66DE1276-EB50-4F5B-C150-15AA53B98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743200"/>
            <a:ext cx="327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You can’t run from a slug! That’s just not cool!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7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>
            <a:extLst>
              <a:ext uri="{FF2B5EF4-FFF2-40B4-BE49-F238E27FC236}">
                <a16:creationId xmlns:a16="http://schemas.microsoft.com/office/drawing/2014/main" id="{6411DB5A-F8DF-A394-BBDA-10B9CAF09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596" name="Picture 4">
            <a:extLst>
              <a:ext uri="{FF2B5EF4-FFF2-40B4-BE49-F238E27FC236}">
                <a16:creationId xmlns:a16="http://schemas.microsoft.com/office/drawing/2014/main" id="{E3B3C1D4-29B6-3888-A126-365227BDD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819400"/>
            <a:ext cx="23431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597" name="Picture 5">
            <a:extLst>
              <a:ext uri="{FF2B5EF4-FFF2-40B4-BE49-F238E27FC236}">
                <a16:creationId xmlns:a16="http://schemas.microsoft.com/office/drawing/2014/main" id="{80060862-707E-A5F1-1A5D-60E860777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1150" y="609600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598" name="Picture 6">
            <a:extLst>
              <a:ext uri="{FF2B5EF4-FFF2-40B4-BE49-F238E27FC236}">
                <a16:creationId xmlns:a16="http://schemas.microsoft.com/office/drawing/2014/main" id="{B4F03ADC-33AE-22AB-D8BA-C74BE6AFE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895600"/>
            <a:ext cx="2093913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599" name="Text Box 7">
            <a:extLst>
              <a:ext uri="{FF2B5EF4-FFF2-40B4-BE49-F238E27FC236}">
                <a16:creationId xmlns:a16="http://schemas.microsoft.com/office/drawing/2014/main" id="{012C67D9-1C8A-7753-BF18-DAF70C2EE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33400"/>
            <a:ext cx="388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Slug takes 14 damage!</a:t>
            </a:r>
          </a:p>
        </p:txBody>
      </p:sp>
      <p:sp>
        <p:nvSpPr>
          <p:cNvPr id="110600" name="Text Box 8">
            <a:extLst>
              <a:ext uri="{FF2B5EF4-FFF2-40B4-BE49-F238E27FC236}">
                <a16:creationId xmlns:a16="http://schemas.microsoft.com/office/drawing/2014/main" id="{618543AB-5579-6E10-E0B5-ECE472DE6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914400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slug!</a:t>
            </a:r>
          </a:p>
        </p:txBody>
      </p:sp>
      <p:pic>
        <p:nvPicPr>
          <p:cNvPr id="110601" name="Picture 9">
            <a:extLst>
              <a:ext uri="{FF2B5EF4-FFF2-40B4-BE49-F238E27FC236}">
                <a16:creationId xmlns:a16="http://schemas.microsoft.com/office/drawing/2014/main" id="{8941E3B4-23F8-C415-4142-91E946D12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081463"/>
            <a:ext cx="71437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603" name="Text Box 11">
            <a:extLst>
              <a:ext uri="{FF2B5EF4-FFF2-40B4-BE49-F238E27FC236}">
                <a16:creationId xmlns:a16="http://schemas.microsoft.com/office/drawing/2014/main" id="{C760B984-97F4-38AD-A32F-B6893BCD8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95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7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4.68208E-6 L -0.46667 4.68208E-6 " pathEditMode="relative" ptsTypes="AA">
                                      <p:cBhvr>
                                        <p:cTn id="6" dur="500" fill="hold"/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834 0.83237 L 5E-6 1.84971E-6 " pathEditMode="relative" ptsTypes="AA">
                                      <p:cBhvr>
                                        <p:cTn id="12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0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9" grpId="0"/>
      <p:bldP spid="110600" grpId="0" build="allAtOnce"/>
      <p:bldP spid="110603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0" name="Text Box 4">
            <a:extLst>
              <a:ext uri="{FF2B5EF4-FFF2-40B4-BE49-F238E27FC236}">
                <a16:creationId xmlns:a16="http://schemas.microsoft.com/office/drawing/2014/main" id="{65F6DA20-07C7-9930-89F1-2E5D5DDB0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219200"/>
            <a:ext cx="464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New level up</a:t>
            </a:r>
          </a:p>
        </p:txBody>
      </p:sp>
      <p:pic>
        <p:nvPicPr>
          <p:cNvPr id="111621" name="Picture 5">
            <a:extLst>
              <a:ext uri="{FF2B5EF4-FFF2-40B4-BE49-F238E27FC236}">
                <a16:creationId xmlns:a16="http://schemas.microsoft.com/office/drawing/2014/main" id="{C7767B8E-1C86-078A-DE9A-F7AD8C0D8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622" name="Text Box 6">
            <a:extLst>
              <a:ext uri="{FF2B5EF4-FFF2-40B4-BE49-F238E27FC236}">
                <a16:creationId xmlns:a16="http://schemas.microsoft.com/office/drawing/2014/main" id="{114714F0-47D6-F309-3AB1-129E9860F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066800"/>
            <a:ext cx="792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Gained a level!</a:t>
            </a:r>
          </a:p>
        </p:txBody>
      </p:sp>
      <p:sp>
        <p:nvSpPr>
          <p:cNvPr id="111623" name="Text Box 7">
            <a:extLst>
              <a:ext uri="{FF2B5EF4-FFF2-40B4-BE49-F238E27FC236}">
                <a16:creationId xmlns:a16="http://schemas.microsoft.com/office/drawing/2014/main" id="{D864BE3A-0B57-A6CF-02B0-BF84B787B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00200"/>
            <a:ext cx="36576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-Hp +10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-Mp +10</a:t>
            </a:r>
          </a:p>
        </p:txBody>
      </p:sp>
      <p:sp>
        <p:nvSpPr>
          <p:cNvPr id="111625" name="Line 9">
            <a:extLst>
              <a:ext uri="{FF2B5EF4-FFF2-40B4-BE49-F238E27FC236}">
                <a16:creationId xmlns:a16="http://schemas.microsoft.com/office/drawing/2014/main" id="{FB692142-6A07-5966-AEB5-22C5660BF7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" y="4419600"/>
            <a:ext cx="12192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26" name="Line 10">
            <a:extLst>
              <a:ext uri="{FF2B5EF4-FFF2-40B4-BE49-F238E27FC236}">
                <a16:creationId xmlns:a16="http://schemas.microsoft.com/office/drawing/2014/main" id="{39F66136-994A-EFAC-3CB5-18DA3EA0BB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495800"/>
            <a:ext cx="106680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1627" name="Picture 11">
            <a:hlinkClick r:id="" action="ppaction://media"/>
            <a:extLst>
              <a:ext uri="{FF2B5EF4-FFF2-40B4-BE49-F238E27FC236}">
                <a16:creationId xmlns:a16="http://schemas.microsoft.com/office/drawing/2014/main" id="{0E9D22FD-8C10-08B3-CB25-4B3E9EAC24F5}"/>
              </a:ext>
            </a:extLst>
          </p:cNvPr>
          <p:cNvPicPr>
            <a:picLocks noRot="1" noChangeAspect="1" noChangeArrowheads="1"/>
          </p:cNvPicPr>
          <p:nvPr>
            <a:wavAudioFile r:embed="rId1" name="j0214098.wav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628" name="Text Box 12">
            <a:extLst>
              <a:ext uri="{FF2B5EF4-FFF2-40B4-BE49-F238E27FC236}">
                <a16:creationId xmlns:a16="http://schemas.microsoft.com/office/drawing/2014/main" id="{3C3FDEC0-59D9-95A6-AD08-C3DFF2CB7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14600"/>
            <a:ext cx="304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5" action="ppaction://hlinksldjump"/>
              </a:rPr>
              <a:t>Click here to continue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4745" fill="hold"/>
                                        <p:tgtEl>
                                          <p:spTgt spid="1116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245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1627"/>
                </p:tgtEl>
              </p:cMediaNode>
            </p:audio>
          </p:childTnLst>
        </p:cTn>
      </p:par>
    </p:tnLst>
    <p:bldLst>
      <p:bldP spid="111622" grpId="0"/>
      <p:bldP spid="111623" grpId="0"/>
      <p:bldP spid="111628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>
            <a:extLst>
              <a:ext uri="{FF2B5EF4-FFF2-40B4-BE49-F238E27FC236}">
                <a16:creationId xmlns:a16="http://schemas.microsoft.com/office/drawing/2014/main" id="{75241797-2486-5590-12CF-4B815ED04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87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43" name="Picture 3">
            <a:extLst>
              <a:ext uri="{FF2B5EF4-FFF2-40B4-BE49-F238E27FC236}">
                <a16:creationId xmlns:a16="http://schemas.microsoft.com/office/drawing/2014/main" id="{7A259DD4-156E-B17C-ECC3-09E1262DE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895600"/>
            <a:ext cx="21447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45" name="Text Box 5">
            <a:extLst>
              <a:ext uri="{FF2B5EF4-FFF2-40B4-BE49-F238E27FC236}">
                <a16:creationId xmlns:a16="http://schemas.microsoft.com/office/drawing/2014/main" id="{196E1D89-4842-1CB3-6080-394FB49FD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52400"/>
            <a:ext cx="525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charges LIMIT!</a:t>
            </a:r>
          </a:p>
        </p:txBody>
      </p:sp>
      <p:sp>
        <p:nvSpPr>
          <p:cNvPr id="112646" name="Line 6">
            <a:extLst>
              <a:ext uri="{FF2B5EF4-FFF2-40B4-BE49-F238E27FC236}">
                <a16:creationId xmlns:a16="http://schemas.microsoft.com/office/drawing/2014/main" id="{587A9B8E-08CA-05BA-14C2-EE3BA8D01A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6800" y="4267200"/>
            <a:ext cx="1371600" cy="7620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7" name="Line 7">
            <a:extLst>
              <a:ext uri="{FF2B5EF4-FFF2-40B4-BE49-F238E27FC236}">
                <a16:creationId xmlns:a16="http://schemas.microsoft.com/office/drawing/2014/main" id="{000A512F-97AD-8255-434A-C478DB3E77C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38800" y="4191000"/>
            <a:ext cx="685800" cy="838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8" name="Line 8">
            <a:extLst>
              <a:ext uri="{FF2B5EF4-FFF2-40B4-BE49-F238E27FC236}">
                <a16:creationId xmlns:a16="http://schemas.microsoft.com/office/drawing/2014/main" id="{02EEC6F6-E7D0-FF8D-CB19-3792C63B89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4267200"/>
            <a:ext cx="1905000" cy="7620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9" name="Line 9">
            <a:extLst>
              <a:ext uri="{FF2B5EF4-FFF2-40B4-BE49-F238E27FC236}">
                <a16:creationId xmlns:a16="http://schemas.microsoft.com/office/drawing/2014/main" id="{29E87BAA-481D-1BEA-127B-49B9B4FD02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4038600"/>
            <a:ext cx="914400" cy="7620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0" name="Line 10">
            <a:extLst>
              <a:ext uri="{FF2B5EF4-FFF2-40B4-BE49-F238E27FC236}">
                <a16:creationId xmlns:a16="http://schemas.microsoft.com/office/drawing/2014/main" id="{FA1C2AE2-7CFA-CD8B-A35D-81F474638B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4191000"/>
            <a:ext cx="228600" cy="457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1" name="Line 11">
            <a:extLst>
              <a:ext uri="{FF2B5EF4-FFF2-40B4-BE49-F238E27FC236}">
                <a16:creationId xmlns:a16="http://schemas.microsoft.com/office/drawing/2014/main" id="{3A677193-F0A4-34E7-3DD1-400D8109A5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4876800"/>
            <a:ext cx="1371600" cy="1524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2" name="Line 12">
            <a:extLst>
              <a:ext uri="{FF2B5EF4-FFF2-40B4-BE49-F238E27FC236}">
                <a16:creationId xmlns:a16="http://schemas.microsoft.com/office/drawing/2014/main" id="{222A4528-2BFA-A0AF-C9CA-DD521EB6A0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5029200"/>
            <a:ext cx="1143000" cy="3048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3" name="Line 13">
            <a:extLst>
              <a:ext uri="{FF2B5EF4-FFF2-40B4-BE49-F238E27FC236}">
                <a16:creationId xmlns:a16="http://schemas.microsoft.com/office/drawing/2014/main" id="{BD8276DD-33BF-8907-DD83-865E854B61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5029200"/>
            <a:ext cx="457200" cy="457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4" name="Line 14">
            <a:extLst>
              <a:ext uri="{FF2B5EF4-FFF2-40B4-BE49-F238E27FC236}">
                <a16:creationId xmlns:a16="http://schemas.microsoft.com/office/drawing/2014/main" id="{1EC4E55D-04CB-1AF7-94E5-CA398B054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029200"/>
            <a:ext cx="17526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5" name="Line 15">
            <a:extLst>
              <a:ext uri="{FF2B5EF4-FFF2-40B4-BE49-F238E27FC236}">
                <a16:creationId xmlns:a16="http://schemas.microsoft.com/office/drawing/2014/main" id="{01D691B8-1402-9F63-E1F0-45DF4800F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029200"/>
            <a:ext cx="1219200" cy="228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6" name="Line 16">
            <a:extLst>
              <a:ext uri="{FF2B5EF4-FFF2-40B4-BE49-F238E27FC236}">
                <a16:creationId xmlns:a16="http://schemas.microsoft.com/office/drawing/2014/main" id="{D5D57816-1580-8036-22D1-7511E64CF9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-1143000"/>
            <a:ext cx="914400" cy="1143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7" name="Line 17">
            <a:extLst>
              <a:ext uri="{FF2B5EF4-FFF2-40B4-BE49-F238E27FC236}">
                <a16:creationId xmlns:a16="http://schemas.microsoft.com/office/drawing/2014/main" id="{7F23D195-C04C-899F-A5D8-4285086C4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-1371600" y="1600200"/>
            <a:ext cx="990600" cy="914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8" name="Line 18">
            <a:extLst>
              <a:ext uri="{FF2B5EF4-FFF2-40B4-BE49-F238E27FC236}">
                <a16:creationId xmlns:a16="http://schemas.microsoft.com/office/drawing/2014/main" id="{37C966BE-9C70-8737-DA12-14000DF48504}"/>
              </a:ext>
            </a:extLst>
          </p:cNvPr>
          <p:cNvSpPr>
            <a:spLocks noChangeShapeType="1"/>
          </p:cNvSpPr>
          <p:nvPr/>
        </p:nvSpPr>
        <p:spPr bwMode="auto">
          <a:xfrm>
            <a:off x="-1219200" y="762000"/>
            <a:ext cx="990600" cy="914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9" name="Line 19">
            <a:extLst>
              <a:ext uri="{FF2B5EF4-FFF2-40B4-BE49-F238E27FC236}">
                <a16:creationId xmlns:a16="http://schemas.microsoft.com/office/drawing/2014/main" id="{F68CC9F4-9D43-62DC-82E1-EE43AF2EDB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-1143000"/>
            <a:ext cx="914400" cy="1143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0" name="Text Box 20">
            <a:extLst>
              <a:ext uri="{FF2B5EF4-FFF2-40B4-BE49-F238E27FC236}">
                <a16:creationId xmlns:a16="http://schemas.microsoft.com/office/drawing/2014/main" id="{1BD65A0F-68B2-0DC6-0788-E43670938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609600"/>
            <a:ext cx="533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Slug!</a:t>
            </a:r>
          </a:p>
        </p:txBody>
      </p:sp>
      <p:pic>
        <p:nvPicPr>
          <p:cNvPr id="112661" name="Picture 21">
            <a:extLst>
              <a:ext uri="{FF2B5EF4-FFF2-40B4-BE49-F238E27FC236}">
                <a16:creationId xmlns:a16="http://schemas.microsoft.com/office/drawing/2014/main" id="{97F8EB79-FEB7-71B1-B1A9-4A30B3319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114800"/>
            <a:ext cx="71437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63" name="Text Box 23">
            <a:extLst>
              <a:ext uri="{FF2B5EF4-FFF2-40B4-BE49-F238E27FC236}">
                <a16:creationId xmlns:a16="http://schemas.microsoft.com/office/drawing/2014/main" id="{7541E9E0-12DF-D6F9-8874-EE91B7982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95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2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2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667 0.51607 L -0.375 0.72693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17" y="10543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83 0.17758 L 0.32916 0.38844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10543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417 0.31075 L 0.2875 0.52162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10543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166 0.54937 L -0.35 0.76023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17" y="105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4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0" dur="500"/>
                                        <p:tgtEl>
                                          <p:spTgt spid="112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12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60" grpId="0"/>
      <p:bldP spid="112663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2">
            <a:extLst>
              <a:ext uri="{FF2B5EF4-FFF2-40B4-BE49-F238E27FC236}">
                <a16:creationId xmlns:a16="http://schemas.microsoft.com/office/drawing/2014/main" id="{E1B27F1D-6A38-9CD3-7A9C-11464440B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715" name="Oval 3">
            <a:extLst>
              <a:ext uri="{FF2B5EF4-FFF2-40B4-BE49-F238E27FC236}">
                <a16:creationId xmlns:a16="http://schemas.microsoft.com/office/drawing/2014/main" id="{71680E7A-C40D-BE62-5998-BE827C62B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733800"/>
            <a:ext cx="381000" cy="304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1.7341E-6 L -0.37499 0.11098 " pathEditMode="relative" ptsTypes="AA">
                                      <p:cBhvr>
                                        <p:cTn id="6" dur="2000" fill="hold"/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41" name="Picture 5">
            <a:extLst>
              <a:ext uri="{FF2B5EF4-FFF2-40B4-BE49-F238E27FC236}">
                <a16:creationId xmlns:a16="http://schemas.microsoft.com/office/drawing/2014/main" id="{DD49BEC4-053A-E5BC-C14D-BA2C10CC4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87000" cy="702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742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01AFC28C-3D7E-39C9-D727-2DA1662A2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0"/>
            <a:ext cx="1371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4" name="Picture 4">
            <a:extLst>
              <a:ext uri="{FF2B5EF4-FFF2-40B4-BE49-F238E27FC236}">
                <a16:creationId xmlns:a16="http://schemas.microsoft.com/office/drawing/2014/main" id="{09A2DC47-15A8-4D5A-A12F-F055720C6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765" name="Oval 5">
            <a:extLst>
              <a:ext uri="{FF2B5EF4-FFF2-40B4-BE49-F238E27FC236}">
                <a16:creationId xmlns:a16="http://schemas.microsoft.com/office/drawing/2014/main" id="{E543C475-32B7-C346-AD7F-46147E48A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2667000"/>
            <a:ext cx="304800" cy="228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8.67052E-7 L -0.81667 0.27745 " pathEditMode="relative" ptsTypes="AA">
                                      <p:cBhvr>
                                        <p:cTn id="6" dur="50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8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ADCF269A-B4F9-CD2A-A595-B2616B1C2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2" name="Picture 4">
            <a:extLst>
              <a:ext uri="{FF2B5EF4-FFF2-40B4-BE49-F238E27FC236}">
                <a16:creationId xmlns:a16="http://schemas.microsoft.com/office/drawing/2014/main" id="{3B63B386-9295-FFB0-7F44-8C0B515A6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72600" cy="690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813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4D118261-ACA2-3C9E-CA24-3F6C6914E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0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815" name="Freeform 7">
            <a:extLst>
              <a:ext uri="{FF2B5EF4-FFF2-40B4-BE49-F238E27FC236}">
                <a16:creationId xmlns:a16="http://schemas.microsoft.com/office/drawing/2014/main" id="{EDF04EE3-2926-EF7E-A7C9-94166CF0DE29}"/>
              </a:ext>
            </a:extLst>
          </p:cNvPr>
          <p:cNvSpPr>
            <a:spLocks/>
          </p:cNvSpPr>
          <p:nvPr/>
        </p:nvSpPr>
        <p:spPr bwMode="auto">
          <a:xfrm>
            <a:off x="1916113" y="-76200"/>
            <a:ext cx="4027487" cy="2514600"/>
          </a:xfrm>
          <a:custGeom>
            <a:avLst/>
            <a:gdLst>
              <a:gd name="T0" fmla="*/ 0 w 2537"/>
              <a:gd name="T1" fmla="*/ 1410 h 1584"/>
              <a:gd name="T2" fmla="*/ 73 w 2537"/>
              <a:gd name="T3" fmla="*/ 1355 h 1584"/>
              <a:gd name="T4" fmla="*/ 110 w 2537"/>
              <a:gd name="T5" fmla="*/ 1218 h 1584"/>
              <a:gd name="T6" fmla="*/ 1049 w 2537"/>
              <a:gd name="T7" fmla="*/ 0 h 1584"/>
              <a:gd name="T8" fmla="*/ 1673 w 2537"/>
              <a:gd name="T9" fmla="*/ 0 h 1584"/>
              <a:gd name="T10" fmla="*/ 2537 w 2537"/>
              <a:gd name="T11" fmla="*/ 1392 h 1584"/>
              <a:gd name="T12" fmla="*/ 1145 w 2537"/>
              <a:gd name="T13" fmla="*/ 1584 h 1584"/>
              <a:gd name="T14" fmla="*/ 0 w 2537"/>
              <a:gd name="T15" fmla="*/ 1410 h 1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37" h="1584">
                <a:moveTo>
                  <a:pt x="0" y="1410"/>
                </a:moveTo>
                <a:cubicBezTo>
                  <a:pt x="26" y="1393"/>
                  <a:pt x="48" y="1373"/>
                  <a:pt x="73" y="1355"/>
                </a:cubicBezTo>
                <a:cubicBezTo>
                  <a:pt x="79" y="1291"/>
                  <a:pt x="66" y="1257"/>
                  <a:pt x="110" y="1218"/>
                </a:cubicBezTo>
                <a:lnTo>
                  <a:pt x="1049" y="0"/>
                </a:lnTo>
                <a:lnTo>
                  <a:pt x="1673" y="0"/>
                </a:lnTo>
                <a:lnTo>
                  <a:pt x="2537" y="1392"/>
                </a:lnTo>
                <a:lnTo>
                  <a:pt x="1145" y="1584"/>
                </a:lnTo>
                <a:lnTo>
                  <a:pt x="0" y="141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2" name="Freeform 14">
            <a:hlinkClick r:id="rId4" action="ppaction://hlinksldjump"/>
            <a:extLst>
              <a:ext uri="{FF2B5EF4-FFF2-40B4-BE49-F238E27FC236}">
                <a16:creationId xmlns:a16="http://schemas.microsoft.com/office/drawing/2014/main" id="{9C3FD0EB-FC51-1AC3-6E1E-4B4443787243}"/>
              </a:ext>
            </a:extLst>
          </p:cNvPr>
          <p:cNvSpPr>
            <a:spLocks/>
          </p:cNvSpPr>
          <p:nvPr/>
        </p:nvSpPr>
        <p:spPr bwMode="auto">
          <a:xfrm>
            <a:off x="1905000" y="-228600"/>
            <a:ext cx="3886200" cy="2743200"/>
          </a:xfrm>
          <a:custGeom>
            <a:avLst/>
            <a:gdLst>
              <a:gd name="T0" fmla="*/ 0 w 2448"/>
              <a:gd name="T1" fmla="*/ 1488 h 1728"/>
              <a:gd name="T2" fmla="*/ 96 w 2448"/>
              <a:gd name="T3" fmla="*/ 1248 h 1728"/>
              <a:gd name="T4" fmla="*/ 192 w 2448"/>
              <a:gd name="T5" fmla="*/ 1104 h 1728"/>
              <a:gd name="T6" fmla="*/ 960 w 2448"/>
              <a:gd name="T7" fmla="*/ 0 h 1728"/>
              <a:gd name="T8" fmla="*/ 1680 w 2448"/>
              <a:gd name="T9" fmla="*/ 0 h 1728"/>
              <a:gd name="T10" fmla="*/ 2448 w 2448"/>
              <a:gd name="T11" fmla="*/ 1488 h 1728"/>
              <a:gd name="T12" fmla="*/ 1152 w 2448"/>
              <a:gd name="T13" fmla="*/ 1728 h 1728"/>
              <a:gd name="T14" fmla="*/ 0 w 2448"/>
              <a:gd name="T15" fmla="*/ 1488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48" h="1728">
                <a:moveTo>
                  <a:pt x="0" y="1488"/>
                </a:moveTo>
                <a:cubicBezTo>
                  <a:pt x="19" y="1430"/>
                  <a:pt x="54" y="1305"/>
                  <a:pt x="96" y="1248"/>
                </a:cubicBezTo>
                <a:cubicBezTo>
                  <a:pt x="203" y="1105"/>
                  <a:pt x="192" y="1210"/>
                  <a:pt x="192" y="1104"/>
                </a:cubicBezTo>
                <a:lnTo>
                  <a:pt x="960" y="0"/>
                </a:lnTo>
                <a:lnTo>
                  <a:pt x="1680" y="0"/>
                </a:lnTo>
                <a:lnTo>
                  <a:pt x="2448" y="1488"/>
                </a:lnTo>
                <a:lnTo>
                  <a:pt x="1152" y="1728"/>
                </a:lnTo>
                <a:lnTo>
                  <a:pt x="0" y="14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3" name="Rectangle 15">
            <a:hlinkClick r:id="rId5" action="ppaction://hlinksldjump"/>
            <a:extLst>
              <a:ext uri="{FF2B5EF4-FFF2-40B4-BE49-F238E27FC236}">
                <a16:creationId xmlns:a16="http://schemas.microsoft.com/office/drawing/2014/main" id="{8A14805E-50B5-0797-C4C0-D07180A9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382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9" name="Picture 7">
            <a:extLst>
              <a:ext uri="{FF2B5EF4-FFF2-40B4-BE49-F238E27FC236}">
                <a16:creationId xmlns:a16="http://schemas.microsoft.com/office/drawing/2014/main" id="{76CC79E1-5218-D428-D19F-28CB80E06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840" name="Rectangle 8">
            <a:hlinkClick r:id="rId3" action="ppaction://hlinksldjump"/>
            <a:extLst>
              <a:ext uri="{FF2B5EF4-FFF2-40B4-BE49-F238E27FC236}">
                <a16:creationId xmlns:a16="http://schemas.microsoft.com/office/drawing/2014/main" id="{FCD03C59-0B82-BE2F-26C4-2B7AA864E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382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41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9B900281-3C95-6DD2-02C4-31F406AE9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0"/>
            <a:ext cx="1219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60" name="Picture 4">
            <a:extLst>
              <a:ext uri="{FF2B5EF4-FFF2-40B4-BE49-F238E27FC236}">
                <a16:creationId xmlns:a16="http://schemas.microsoft.com/office/drawing/2014/main" id="{EF11FBB5-A068-2EB9-1210-7A26D6A65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72600" cy="690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864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67612400-6D37-B6B6-E075-7EDB41BF7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0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5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DB691C3C-A1A5-24A2-0DF3-E85041322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0"/>
            <a:ext cx="12192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8" name="Rectangle 12">
            <a:hlinkClick r:id="rId5" action="ppaction://hlinksldjump"/>
            <a:extLst>
              <a:ext uri="{FF2B5EF4-FFF2-40B4-BE49-F238E27FC236}">
                <a16:creationId xmlns:a16="http://schemas.microsoft.com/office/drawing/2014/main" id="{17ED83F7-FD53-9F97-C958-2996AE1F0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21869" name="rocksong.wma">
            <a:hlinkClick r:id="" action="ppaction://media"/>
            <a:extLst>
              <a:ext uri="{FF2B5EF4-FFF2-40B4-BE49-F238E27FC236}">
                <a16:creationId xmlns:a16="http://schemas.microsoft.com/office/drawing/2014/main" id="{0E3CF111-9E47-7342-4B44-ED67CCAABC78}"/>
              </a:ext>
            </a:extLst>
          </p:cNvPr>
          <p:cNvPicPr>
            <a:picLocks noRot="1" noChangeAspect="1" noChangeArrowheads="1"/>
          </p:cNvPicPr>
          <p:nvPr>
            <a:audioFile r:link="rId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2590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733" fill="hold"/>
                                        <p:tgtEl>
                                          <p:spTgt spid="1218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1869"/>
                </p:tgtEl>
              </p:cMediaNode>
            </p:audio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4" name="Picture 4">
            <a:extLst>
              <a:ext uri="{FF2B5EF4-FFF2-40B4-BE49-F238E27FC236}">
                <a16:creationId xmlns:a16="http://schemas.microsoft.com/office/drawing/2014/main" id="{1B44E71B-AD43-B9A5-C203-B65ADD7AA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885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337F16B1-0754-7752-F6CE-19F87A8AE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133600"/>
            <a:ext cx="533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886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29D8650D-A6BD-8DCF-2876-776D69C1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0"/>
            <a:ext cx="1219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8" name="Picture 4">
            <a:extLst>
              <a:ext uri="{FF2B5EF4-FFF2-40B4-BE49-F238E27FC236}">
                <a16:creationId xmlns:a16="http://schemas.microsoft.com/office/drawing/2014/main" id="{5DC24CFD-76B7-B180-6C35-6216F86E6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910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DCDF8889-3CA1-3D29-A036-347026F75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0"/>
            <a:ext cx="1143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2" name="Picture 4">
            <a:extLst>
              <a:ext uri="{FF2B5EF4-FFF2-40B4-BE49-F238E27FC236}">
                <a16:creationId xmlns:a16="http://schemas.microsoft.com/office/drawing/2014/main" id="{C3C0F740-B1B9-965D-2463-25D6C4B66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0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935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86E708DA-66BE-A13A-4789-EFA648D5B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0"/>
            <a:ext cx="19050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36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68C7B6BE-F5AA-CC7D-FB79-FEA507A81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0"/>
            <a:ext cx="24384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24937" name="Picture 9">
            <a:extLst>
              <a:ext uri="{FF2B5EF4-FFF2-40B4-BE49-F238E27FC236}">
                <a16:creationId xmlns:a16="http://schemas.microsoft.com/office/drawing/2014/main" id="{BFD5DAEC-13FE-8EF0-1D8A-4E0C48FA6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1816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938" name="Picture 10">
            <a:extLst>
              <a:ext uri="{FF2B5EF4-FFF2-40B4-BE49-F238E27FC236}">
                <a16:creationId xmlns:a16="http://schemas.microsoft.com/office/drawing/2014/main" id="{10111455-D974-8951-E3D5-B6F57E076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81600"/>
            <a:ext cx="4000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939" name="Picture 11">
            <a:extLst>
              <a:ext uri="{FF2B5EF4-FFF2-40B4-BE49-F238E27FC236}">
                <a16:creationId xmlns:a16="http://schemas.microsoft.com/office/drawing/2014/main" id="{E0C4B695-A3B8-B2A0-6CA7-C13212B5E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876800"/>
            <a:ext cx="4000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940" name="Picture 12">
            <a:extLst>
              <a:ext uri="{FF2B5EF4-FFF2-40B4-BE49-F238E27FC236}">
                <a16:creationId xmlns:a16="http://schemas.microsoft.com/office/drawing/2014/main" id="{73F6C685-774B-AF36-2FA2-B26F579B5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981200"/>
            <a:ext cx="4000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941" name="Picture 13">
            <a:extLst>
              <a:ext uri="{FF2B5EF4-FFF2-40B4-BE49-F238E27FC236}">
                <a16:creationId xmlns:a16="http://schemas.microsoft.com/office/drawing/2014/main" id="{1EE6E2B6-6FB5-C309-498C-59CEA6516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8006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942" name="Picture 14">
            <a:extLst>
              <a:ext uri="{FF2B5EF4-FFF2-40B4-BE49-F238E27FC236}">
                <a16:creationId xmlns:a16="http://schemas.microsoft.com/office/drawing/2014/main" id="{C0EEA398-1803-A0AD-FF58-51DCB96C1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5146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943" name="Picture 15">
            <a:extLst>
              <a:ext uri="{FF2B5EF4-FFF2-40B4-BE49-F238E27FC236}">
                <a16:creationId xmlns:a16="http://schemas.microsoft.com/office/drawing/2014/main" id="{C7B59B56-3888-D22F-DAF3-AA715BAC1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925" y="3281363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944" name="Picture 16">
            <a:extLst>
              <a:ext uri="{FF2B5EF4-FFF2-40B4-BE49-F238E27FC236}">
                <a16:creationId xmlns:a16="http://schemas.microsoft.com/office/drawing/2014/main" id="{A1775255-7127-300B-B5E5-977C0B19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7150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7" name="Picture 5">
            <a:extLst>
              <a:ext uri="{FF2B5EF4-FFF2-40B4-BE49-F238E27FC236}">
                <a16:creationId xmlns:a16="http://schemas.microsoft.com/office/drawing/2014/main" id="{67C5A6D3-CAEE-D5A3-B4DF-386E7CC44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959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774DD2AA-F7DC-917F-96B5-821640F60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0"/>
            <a:ext cx="23622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25960" name="Picture 8">
            <a:extLst>
              <a:ext uri="{FF2B5EF4-FFF2-40B4-BE49-F238E27FC236}">
                <a16:creationId xmlns:a16="http://schemas.microsoft.com/office/drawing/2014/main" id="{A0CCE1A7-8609-708A-BE9F-AED481731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5908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1" name="Picture 9">
            <a:extLst>
              <a:ext uri="{FF2B5EF4-FFF2-40B4-BE49-F238E27FC236}">
                <a16:creationId xmlns:a16="http://schemas.microsoft.com/office/drawing/2014/main" id="{6C8F8E5E-047D-D314-65BC-0D3A79FBC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2098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2" name="Picture 10">
            <a:extLst>
              <a:ext uri="{FF2B5EF4-FFF2-40B4-BE49-F238E27FC236}">
                <a16:creationId xmlns:a16="http://schemas.microsoft.com/office/drawing/2014/main" id="{828D187D-FF18-52C3-7A51-9DCC6556F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860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3" name="Picture 11">
            <a:extLst>
              <a:ext uri="{FF2B5EF4-FFF2-40B4-BE49-F238E27FC236}">
                <a16:creationId xmlns:a16="http://schemas.microsoft.com/office/drawing/2014/main" id="{38580DA0-A71C-CAA0-1D6C-DFBE5B7E1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925" y="3281363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4" name="Picture 12">
            <a:extLst>
              <a:ext uri="{FF2B5EF4-FFF2-40B4-BE49-F238E27FC236}">
                <a16:creationId xmlns:a16="http://schemas.microsoft.com/office/drawing/2014/main" id="{564A8AFE-ADCA-5067-C2F9-3EFE181AA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5052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5" name="Picture 13">
            <a:extLst>
              <a:ext uri="{FF2B5EF4-FFF2-40B4-BE49-F238E27FC236}">
                <a16:creationId xmlns:a16="http://schemas.microsoft.com/office/drawing/2014/main" id="{FE184A8E-F80A-8FF9-8839-D43C64486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7244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6" name="Picture 14">
            <a:extLst>
              <a:ext uri="{FF2B5EF4-FFF2-40B4-BE49-F238E27FC236}">
                <a16:creationId xmlns:a16="http://schemas.microsoft.com/office/drawing/2014/main" id="{77A425A1-F2F1-B6AE-FBDF-D573F4BFF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6670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7" name="Picture 15">
            <a:extLst>
              <a:ext uri="{FF2B5EF4-FFF2-40B4-BE49-F238E27FC236}">
                <a16:creationId xmlns:a16="http://schemas.microsoft.com/office/drawing/2014/main" id="{034E681A-9F83-968A-A2D3-DE08F72CE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505200"/>
            <a:ext cx="2162175" cy="109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968" name="Rectangle 16">
            <a:hlinkClick r:id="rId7" action="ppaction://hlinksldjump"/>
            <a:extLst>
              <a:ext uri="{FF2B5EF4-FFF2-40B4-BE49-F238E27FC236}">
                <a16:creationId xmlns:a16="http://schemas.microsoft.com/office/drawing/2014/main" id="{DEE2C619-C428-EB88-6C56-DC8F04409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36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80" name="Picture 4">
            <a:extLst>
              <a:ext uri="{FF2B5EF4-FFF2-40B4-BE49-F238E27FC236}">
                <a16:creationId xmlns:a16="http://schemas.microsoft.com/office/drawing/2014/main" id="{0DF6125A-15FB-8F27-362C-63593FCE1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96400" cy="695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983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284AF1A8-0EDA-A337-E5C5-B96B938F3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0"/>
            <a:ext cx="1828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4" name="Rectangle 8">
            <a:hlinkClick r:id="rId3" action="ppaction://hlinksldjump"/>
            <a:extLst>
              <a:ext uri="{FF2B5EF4-FFF2-40B4-BE49-F238E27FC236}">
                <a16:creationId xmlns:a16="http://schemas.microsoft.com/office/drawing/2014/main" id="{6826DAD7-899F-A27F-5580-95DD970A8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0"/>
            <a:ext cx="24384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26985" name="Picture 9">
            <a:extLst>
              <a:ext uri="{FF2B5EF4-FFF2-40B4-BE49-F238E27FC236}">
                <a16:creationId xmlns:a16="http://schemas.microsoft.com/office/drawing/2014/main" id="{75BEBB9D-A8C4-A8F8-B83E-5D952389E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2860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986" name="Picture 10">
            <a:extLst>
              <a:ext uri="{FF2B5EF4-FFF2-40B4-BE49-F238E27FC236}">
                <a16:creationId xmlns:a16="http://schemas.microsoft.com/office/drawing/2014/main" id="{0BBA1A40-996C-4A60-B9CA-D62821A46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2766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987" name="Picture 11">
            <a:extLst>
              <a:ext uri="{FF2B5EF4-FFF2-40B4-BE49-F238E27FC236}">
                <a16:creationId xmlns:a16="http://schemas.microsoft.com/office/drawing/2014/main" id="{4DAC4301-3505-0E9C-7420-136A01E0B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53340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988" name="Picture 12">
            <a:extLst>
              <a:ext uri="{FF2B5EF4-FFF2-40B4-BE49-F238E27FC236}">
                <a16:creationId xmlns:a16="http://schemas.microsoft.com/office/drawing/2014/main" id="{A56EC79D-475F-88D3-991D-D5CE2644D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8768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989" name="Picture 13">
            <a:extLst>
              <a:ext uri="{FF2B5EF4-FFF2-40B4-BE49-F238E27FC236}">
                <a16:creationId xmlns:a16="http://schemas.microsoft.com/office/drawing/2014/main" id="{420C90CC-F41B-D067-3008-003AB7F7A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5908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5" name="Picture 5">
            <a:extLst>
              <a:ext uri="{FF2B5EF4-FFF2-40B4-BE49-F238E27FC236}">
                <a16:creationId xmlns:a16="http://schemas.microsoft.com/office/drawing/2014/main" id="{3134AAD0-CA19-589A-8434-7B266D5B3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007" name="Picture 7">
            <a:extLst>
              <a:ext uri="{FF2B5EF4-FFF2-40B4-BE49-F238E27FC236}">
                <a16:creationId xmlns:a16="http://schemas.microsoft.com/office/drawing/2014/main" id="{068AC9A3-3093-24DD-EA9B-718B0FE1F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4958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008" name="Picture 8">
            <a:extLst>
              <a:ext uri="{FF2B5EF4-FFF2-40B4-BE49-F238E27FC236}">
                <a16:creationId xmlns:a16="http://schemas.microsoft.com/office/drawing/2014/main" id="{FD1E0D1C-D950-3EC2-E9AD-408D699FE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41148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009" name="Picture 9">
            <a:extLst>
              <a:ext uri="{FF2B5EF4-FFF2-40B4-BE49-F238E27FC236}">
                <a16:creationId xmlns:a16="http://schemas.microsoft.com/office/drawing/2014/main" id="{E7251D03-2836-95F6-EC3B-72674825B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4958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010" name="Picture 10">
            <a:extLst>
              <a:ext uri="{FF2B5EF4-FFF2-40B4-BE49-F238E27FC236}">
                <a16:creationId xmlns:a16="http://schemas.microsoft.com/office/drawing/2014/main" id="{C7677708-5A48-224F-1965-0A7A37684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48006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011" name="Picture 11">
            <a:extLst>
              <a:ext uri="{FF2B5EF4-FFF2-40B4-BE49-F238E27FC236}">
                <a16:creationId xmlns:a16="http://schemas.microsoft.com/office/drawing/2014/main" id="{34B7B501-9C94-1600-CE07-A9C0219F8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4196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012" name="Picture 12">
            <a:extLst>
              <a:ext uri="{FF2B5EF4-FFF2-40B4-BE49-F238E27FC236}">
                <a16:creationId xmlns:a16="http://schemas.microsoft.com/office/drawing/2014/main" id="{A18036BB-9B2B-F8E5-D0A7-454DC03E2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2766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013" name="Picture 13">
            <a:extLst>
              <a:ext uri="{FF2B5EF4-FFF2-40B4-BE49-F238E27FC236}">
                <a16:creationId xmlns:a16="http://schemas.microsoft.com/office/drawing/2014/main" id="{CA7D77FE-617F-2AAD-4179-ACC10FC32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7244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014" name="Picture 14">
            <a:extLst>
              <a:ext uri="{FF2B5EF4-FFF2-40B4-BE49-F238E27FC236}">
                <a16:creationId xmlns:a16="http://schemas.microsoft.com/office/drawing/2014/main" id="{24D72B4C-B414-67DD-69F0-E74D687B0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1816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015" name="Picture 15">
            <a:extLst>
              <a:ext uri="{FF2B5EF4-FFF2-40B4-BE49-F238E27FC236}">
                <a16:creationId xmlns:a16="http://schemas.microsoft.com/office/drawing/2014/main" id="{89009830-4DD0-56E1-6B18-EDEEE3F06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1336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018" name="Rectangle 18">
            <a:hlinkClick r:id="rId5" action="ppaction://hlinksldjump"/>
            <a:extLst>
              <a:ext uri="{FF2B5EF4-FFF2-40B4-BE49-F238E27FC236}">
                <a16:creationId xmlns:a16="http://schemas.microsoft.com/office/drawing/2014/main" id="{EC59D2A2-1483-35D6-A667-1F30CB3C9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22098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19" name="Rectangle 19">
            <a:hlinkClick r:id="rId6" action="ppaction://hlinksldjump"/>
            <a:extLst>
              <a:ext uri="{FF2B5EF4-FFF2-40B4-BE49-F238E27FC236}">
                <a16:creationId xmlns:a16="http://schemas.microsoft.com/office/drawing/2014/main" id="{F8B5A1DC-9EFC-67C9-F25E-78F1FC082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098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9" name="Picture 5">
            <a:extLst>
              <a:ext uri="{FF2B5EF4-FFF2-40B4-BE49-F238E27FC236}">
                <a16:creationId xmlns:a16="http://schemas.microsoft.com/office/drawing/2014/main" id="{A9FF5D78-C353-A928-4C06-751B0B3DE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0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030" name="Picture 6">
            <a:extLst>
              <a:ext uri="{FF2B5EF4-FFF2-40B4-BE49-F238E27FC236}">
                <a16:creationId xmlns:a16="http://schemas.microsoft.com/office/drawing/2014/main" id="{3D5704D0-8BDA-C9EA-87B5-A08150AC0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733800"/>
            <a:ext cx="2162175" cy="109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031" name="Picture 7">
            <a:extLst>
              <a:ext uri="{FF2B5EF4-FFF2-40B4-BE49-F238E27FC236}">
                <a16:creationId xmlns:a16="http://schemas.microsoft.com/office/drawing/2014/main" id="{8257269C-9D22-D643-5845-286A79FAA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4196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032" name="Picture 8">
            <a:extLst>
              <a:ext uri="{FF2B5EF4-FFF2-40B4-BE49-F238E27FC236}">
                <a16:creationId xmlns:a16="http://schemas.microsoft.com/office/drawing/2014/main" id="{A971373D-6A72-412B-0078-ABD2985E9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8862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033" name="Picture 9">
            <a:extLst>
              <a:ext uri="{FF2B5EF4-FFF2-40B4-BE49-F238E27FC236}">
                <a16:creationId xmlns:a16="http://schemas.microsoft.com/office/drawing/2014/main" id="{3099F2D6-F20D-9917-F712-A2236E20E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4958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034" name="Picture 10">
            <a:extLst>
              <a:ext uri="{FF2B5EF4-FFF2-40B4-BE49-F238E27FC236}">
                <a16:creationId xmlns:a16="http://schemas.microsoft.com/office/drawing/2014/main" id="{93B8F30F-53B7-E900-A24A-A6A629EA4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908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1000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6" name="Picture 8">
            <a:extLst>
              <a:ext uri="{FF2B5EF4-FFF2-40B4-BE49-F238E27FC236}">
                <a16:creationId xmlns:a16="http://schemas.microsoft.com/office/drawing/2014/main" id="{D2238462-4293-9327-D43B-ACCCB35C8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057" name="Text Box 9">
            <a:extLst>
              <a:ext uri="{FF2B5EF4-FFF2-40B4-BE49-F238E27FC236}">
                <a16:creationId xmlns:a16="http://schemas.microsoft.com/office/drawing/2014/main" id="{BBD1AC65-CD01-0A86-01F8-402EA900E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04800"/>
            <a:ext cx="3505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attacks!</a:t>
            </a:r>
          </a:p>
        </p:txBody>
      </p:sp>
      <p:sp>
        <p:nvSpPr>
          <p:cNvPr id="130064" name="Freeform 16">
            <a:extLst>
              <a:ext uri="{FF2B5EF4-FFF2-40B4-BE49-F238E27FC236}">
                <a16:creationId xmlns:a16="http://schemas.microsoft.com/office/drawing/2014/main" id="{851D80B1-CADA-E92E-3AF1-1345322A5863}"/>
              </a:ext>
            </a:extLst>
          </p:cNvPr>
          <p:cNvSpPr>
            <a:spLocks/>
          </p:cNvSpPr>
          <p:nvPr/>
        </p:nvSpPr>
        <p:spPr bwMode="auto">
          <a:xfrm>
            <a:off x="1023938" y="1371600"/>
            <a:ext cx="881062" cy="247650"/>
          </a:xfrm>
          <a:custGeom>
            <a:avLst/>
            <a:gdLst>
              <a:gd name="T0" fmla="*/ 14 w 431"/>
              <a:gd name="T1" fmla="*/ 71 h 170"/>
              <a:gd name="T2" fmla="*/ 32 w 431"/>
              <a:gd name="T3" fmla="*/ 58 h 170"/>
              <a:gd name="T4" fmla="*/ 47 w 431"/>
              <a:gd name="T5" fmla="*/ 34 h 170"/>
              <a:gd name="T6" fmla="*/ 168 w 431"/>
              <a:gd name="T7" fmla="*/ 13 h 170"/>
              <a:gd name="T8" fmla="*/ 350 w 431"/>
              <a:gd name="T9" fmla="*/ 7 h 170"/>
              <a:gd name="T10" fmla="*/ 411 w 431"/>
              <a:gd name="T11" fmla="*/ 17 h 170"/>
              <a:gd name="T12" fmla="*/ 416 w 431"/>
              <a:gd name="T13" fmla="*/ 89 h 170"/>
              <a:gd name="T14" fmla="*/ 414 w 431"/>
              <a:gd name="T15" fmla="*/ 152 h 170"/>
              <a:gd name="T16" fmla="*/ 321 w 431"/>
              <a:gd name="T17" fmla="*/ 154 h 170"/>
              <a:gd name="T18" fmla="*/ 149 w 431"/>
              <a:gd name="T19" fmla="*/ 157 h 170"/>
              <a:gd name="T20" fmla="*/ 78 w 431"/>
              <a:gd name="T21" fmla="*/ 151 h 170"/>
              <a:gd name="T22" fmla="*/ 54 w 431"/>
              <a:gd name="T23" fmla="*/ 134 h 170"/>
              <a:gd name="T24" fmla="*/ 42 w 431"/>
              <a:gd name="T25" fmla="*/ 124 h 170"/>
              <a:gd name="T26" fmla="*/ 29 w 431"/>
              <a:gd name="T27" fmla="*/ 112 h 170"/>
              <a:gd name="T28" fmla="*/ 9 w 431"/>
              <a:gd name="T29" fmla="*/ 92 h 170"/>
              <a:gd name="T30" fmla="*/ 0 w 431"/>
              <a:gd name="T31" fmla="*/ 79 h 170"/>
              <a:gd name="T32" fmla="*/ 12 w 431"/>
              <a:gd name="T33" fmla="*/ 71 h 170"/>
              <a:gd name="T34" fmla="*/ 14 w 431"/>
              <a:gd name="T35" fmla="*/ 71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31" h="170">
                <a:moveTo>
                  <a:pt x="14" y="71"/>
                </a:moveTo>
                <a:cubicBezTo>
                  <a:pt x="19" y="66"/>
                  <a:pt x="26" y="62"/>
                  <a:pt x="32" y="58"/>
                </a:cubicBezTo>
                <a:cubicBezTo>
                  <a:pt x="34" y="47"/>
                  <a:pt x="37" y="40"/>
                  <a:pt x="47" y="34"/>
                </a:cubicBezTo>
                <a:cubicBezTo>
                  <a:pt x="75" y="0"/>
                  <a:pt x="127" y="14"/>
                  <a:pt x="168" y="13"/>
                </a:cubicBezTo>
                <a:cubicBezTo>
                  <a:pt x="227" y="2"/>
                  <a:pt x="290" y="8"/>
                  <a:pt x="350" y="7"/>
                </a:cubicBezTo>
                <a:cubicBezTo>
                  <a:pt x="369" y="8"/>
                  <a:pt x="399" y="1"/>
                  <a:pt x="411" y="17"/>
                </a:cubicBezTo>
                <a:cubicBezTo>
                  <a:pt x="411" y="20"/>
                  <a:pt x="406" y="70"/>
                  <a:pt x="416" y="89"/>
                </a:cubicBezTo>
                <a:cubicBezTo>
                  <a:pt x="415" y="110"/>
                  <a:pt x="431" y="140"/>
                  <a:pt x="414" y="152"/>
                </a:cubicBezTo>
                <a:cubicBezTo>
                  <a:pt x="388" y="170"/>
                  <a:pt x="352" y="153"/>
                  <a:pt x="321" y="154"/>
                </a:cubicBezTo>
                <a:cubicBezTo>
                  <a:pt x="264" y="156"/>
                  <a:pt x="206" y="156"/>
                  <a:pt x="149" y="157"/>
                </a:cubicBezTo>
                <a:cubicBezTo>
                  <a:pt x="124" y="155"/>
                  <a:pt x="103" y="152"/>
                  <a:pt x="78" y="151"/>
                </a:cubicBezTo>
                <a:cubicBezTo>
                  <a:pt x="70" y="145"/>
                  <a:pt x="62" y="138"/>
                  <a:pt x="54" y="134"/>
                </a:cubicBezTo>
                <a:cubicBezTo>
                  <a:pt x="50" y="129"/>
                  <a:pt x="47" y="127"/>
                  <a:pt x="42" y="124"/>
                </a:cubicBezTo>
                <a:cubicBezTo>
                  <a:pt x="38" y="118"/>
                  <a:pt x="36" y="115"/>
                  <a:pt x="29" y="112"/>
                </a:cubicBezTo>
                <a:cubicBezTo>
                  <a:pt x="25" y="105"/>
                  <a:pt x="16" y="96"/>
                  <a:pt x="9" y="92"/>
                </a:cubicBezTo>
                <a:cubicBezTo>
                  <a:pt x="1" y="82"/>
                  <a:pt x="4" y="86"/>
                  <a:pt x="0" y="79"/>
                </a:cubicBezTo>
                <a:cubicBezTo>
                  <a:pt x="3" y="72"/>
                  <a:pt x="6" y="74"/>
                  <a:pt x="12" y="71"/>
                </a:cubicBezTo>
                <a:cubicBezTo>
                  <a:pt x="14" y="66"/>
                  <a:pt x="20" y="52"/>
                  <a:pt x="14" y="71"/>
                </a:cubicBez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5" name="Text Box 17">
            <a:extLst>
              <a:ext uri="{FF2B5EF4-FFF2-40B4-BE49-F238E27FC236}">
                <a16:creationId xmlns:a16="http://schemas.microsoft.com/office/drawing/2014/main" id="{C0ADE37A-E8A7-750D-AC1E-BE0C36219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130066" name="Text Box 18">
            <a:extLst>
              <a:ext uri="{FF2B5EF4-FFF2-40B4-BE49-F238E27FC236}">
                <a16:creationId xmlns:a16="http://schemas.microsoft.com/office/drawing/2014/main" id="{C139D13C-9E10-00BA-4125-1EA695263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7244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-magic</a:t>
            </a:r>
            <a:endParaRPr lang="en-US" altLang="en-US"/>
          </a:p>
        </p:txBody>
      </p:sp>
      <p:sp>
        <p:nvSpPr>
          <p:cNvPr id="130067" name="Text Box 19">
            <a:extLst>
              <a:ext uri="{FF2B5EF4-FFF2-40B4-BE49-F238E27FC236}">
                <a16:creationId xmlns:a16="http://schemas.microsoft.com/office/drawing/2014/main" id="{E6B2AE88-D240-0655-C1A3-F47F39DE0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2578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-limit</a:t>
            </a:r>
            <a:endParaRPr lang="en-US" altLang="en-US"/>
          </a:p>
        </p:txBody>
      </p:sp>
      <p:sp>
        <p:nvSpPr>
          <p:cNvPr id="130068" name="Text Box 20">
            <a:extLst>
              <a:ext uri="{FF2B5EF4-FFF2-40B4-BE49-F238E27FC236}">
                <a16:creationId xmlns:a16="http://schemas.microsoft.com/office/drawing/2014/main" id="{BC691870-6BA1-68FD-465E-7AEBAE993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7912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6" action="ppaction://hlinksldjump"/>
              </a:rPr>
              <a:t>-flee</a:t>
            </a:r>
            <a:endParaRPr lang="en-US" altLang="en-US"/>
          </a:p>
        </p:txBody>
      </p:sp>
    </p:spTree>
  </p:cSld>
  <p:clrMapOvr>
    <a:masterClrMapping/>
  </p:clrMapOvr>
  <p:transition spd="slow" advClick="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7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4" name="Picture 2">
            <a:extLst>
              <a:ext uri="{FF2B5EF4-FFF2-40B4-BE49-F238E27FC236}">
                <a16:creationId xmlns:a16="http://schemas.microsoft.com/office/drawing/2014/main" id="{69594F9C-9DCE-E7C4-F28F-62792C6EE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076" name="Freeform 4">
            <a:extLst>
              <a:ext uri="{FF2B5EF4-FFF2-40B4-BE49-F238E27FC236}">
                <a16:creationId xmlns:a16="http://schemas.microsoft.com/office/drawing/2014/main" id="{45E138AB-2DD1-91A5-ECB0-BF846096FB82}"/>
              </a:ext>
            </a:extLst>
          </p:cNvPr>
          <p:cNvSpPr>
            <a:spLocks/>
          </p:cNvSpPr>
          <p:nvPr/>
        </p:nvSpPr>
        <p:spPr bwMode="auto">
          <a:xfrm>
            <a:off x="1023938" y="1349375"/>
            <a:ext cx="684212" cy="269875"/>
          </a:xfrm>
          <a:custGeom>
            <a:avLst/>
            <a:gdLst>
              <a:gd name="T0" fmla="*/ 14 w 431"/>
              <a:gd name="T1" fmla="*/ 71 h 170"/>
              <a:gd name="T2" fmla="*/ 32 w 431"/>
              <a:gd name="T3" fmla="*/ 58 h 170"/>
              <a:gd name="T4" fmla="*/ 47 w 431"/>
              <a:gd name="T5" fmla="*/ 34 h 170"/>
              <a:gd name="T6" fmla="*/ 168 w 431"/>
              <a:gd name="T7" fmla="*/ 13 h 170"/>
              <a:gd name="T8" fmla="*/ 350 w 431"/>
              <a:gd name="T9" fmla="*/ 7 h 170"/>
              <a:gd name="T10" fmla="*/ 411 w 431"/>
              <a:gd name="T11" fmla="*/ 17 h 170"/>
              <a:gd name="T12" fmla="*/ 416 w 431"/>
              <a:gd name="T13" fmla="*/ 89 h 170"/>
              <a:gd name="T14" fmla="*/ 414 w 431"/>
              <a:gd name="T15" fmla="*/ 152 h 170"/>
              <a:gd name="T16" fmla="*/ 321 w 431"/>
              <a:gd name="T17" fmla="*/ 154 h 170"/>
              <a:gd name="T18" fmla="*/ 149 w 431"/>
              <a:gd name="T19" fmla="*/ 157 h 170"/>
              <a:gd name="T20" fmla="*/ 78 w 431"/>
              <a:gd name="T21" fmla="*/ 151 h 170"/>
              <a:gd name="T22" fmla="*/ 54 w 431"/>
              <a:gd name="T23" fmla="*/ 134 h 170"/>
              <a:gd name="T24" fmla="*/ 42 w 431"/>
              <a:gd name="T25" fmla="*/ 124 h 170"/>
              <a:gd name="T26" fmla="*/ 29 w 431"/>
              <a:gd name="T27" fmla="*/ 112 h 170"/>
              <a:gd name="T28" fmla="*/ 9 w 431"/>
              <a:gd name="T29" fmla="*/ 92 h 170"/>
              <a:gd name="T30" fmla="*/ 0 w 431"/>
              <a:gd name="T31" fmla="*/ 79 h 170"/>
              <a:gd name="T32" fmla="*/ 12 w 431"/>
              <a:gd name="T33" fmla="*/ 71 h 170"/>
              <a:gd name="T34" fmla="*/ 14 w 431"/>
              <a:gd name="T35" fmla="*/ 71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31" h="170">
                <a:moveTo>
                  <a:pt x="14" y="71"/>
                </a:moveTo>
                <a:cubicBezTo>
                  <a:pt x="19" y="66"/>
                  <a:pt x="26" y="62"/>
                  <a:pt x="32" y="58"/>
                </a:cubicBezTo>
                <a:cubicBezTo>
                  <a:pt x="34" y="47"/>
                  <a:pt x="37" y="40"/>
                  <a:pt x="47" y="34"/>
                </a:cubicBezTo>
                <a:cubicBezTo>
                  <a:pt x="75" y="0"/>
                  <a:pt x="127" y="14"/>
                  <a:pt x="168" y="13"/>
                </a:cubicBezTo>
                <a:cubicBezTo>
                  <a:pt x="227" y="2"/>
                  <a:pt x="290" y="8"/>
                  <a:pt x="350" y="7"/>
                </a:cubicBezTo>
                <a:cubicBezTo>
                  <a:pt x="369" y="8"/>
                  <a:pt x="399" y="1"/>
                  <a:pt x="411" y="17"/>
                </a:cubicBezTo>
                <a:cubicBezTo>
                  <a:pt x="411" y="20"/>
                  <a:pt x="406" y="70"/>
                  <a:pt x="416" y="89"/>
                </a:cubicBezTo>
                <a:cubicBezTo>
                  <a:pt x="415" y="110"/>
                  <a:pt x="431" y="140"/>
                  <a:pt x="414" y="152"/>
                </a:cubicBezTo>
                <a:cubicBezTo>
                  <a:pt x="388" y="170"/>
                  <a:pt x="352" y="153"/>
                  <a:pt x="321" y="154"/>
                </a:cubicBezTo>
                <a:cubicBezTo>
                  <a:pt x="264" y="156"/>
                  <a:pt x="206" y="156"/>
                  <a:pt x="149" y="157"/>
                </a:cubicBezTo>
                <a:cubicBezTo>
                  <a:pt x="124" y="155"/>
                  <a:pt x="103" y="152"/>
                  <a:pt x="78" y="151"/>
                </a:cubicBezTo>
                <a:cubicBezTo>
                  <a:pt x="70" y="145"/>
                  <a:pt x="62" y="138"/>
                  <a:pt x="54" y="134"/>
                </a:cubicBezTo>
                <a:cubicBezTo>
                  <a:pt x="50" y="129"/>
                  <a:pt x="47" y="127"/>
                  <a:pt x="42" y="124"/>
                </a:cubicBezTo>
                <a:cubicBezTo>
                  <a:pt x="38" y="118"/>
                  <a:pt x="36" y="115"/>
                  <a:pt x="29" y="112"/>
                </a:cubicBezTo>
                <a:cubicBezTo>
                  <a:pt x="25" y="105"/>
                  <a:pt x="16" y="96"/>
                  <a:pt x="9" y="92"/>
                </a:cubicBezTo>
                <a:cubicBezTo>
                  <a:pt x="1" y="82"/>
                  <a:pt x="4" y="86"/>
                  <a:pt x="0" y="79"/>
                </a:cubicBezTo>
                <a:cubicBezTo>
                  <a:pt x="3" y="72"/>
                  <a:pt x="6" y="74"/>
                  <a:pt x="12" y="71"/>
                </a:cubicBezTo>
                <a:cubicBezTo>
                  <a:pt x="14" y="66"/>
                  <a:pt x="20" y="52"/>
                  <a:pt x="14" y="71"/>
                </a:cubicBez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1" name="Text Box 9">
            <a:extLst>
              <a:ext uri="{FF2B5EF4-FFF2-40B4-BE49-F238E27FC236}">
                <a16:creationId xmlns:a16="http://schemas.microsoft.com/office/drawing/2014/main" id="{47CB8AF6-0D97-688C-394B-117FD6DB7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572000"/>
            <a:ext cx="2438400" cy="132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You can’t flee from a boss! Duhh….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Why did I even include that?</a:t>
            </a:r>
          </a:p>
        </p:txBody>
      </p:sp>
      <p:sp>
        <p:nvSpPr>
          <p:cNvPr id="131082" name="Text Box 10">
            <a:extLst>
              <a:ext uri="{FF2B5EF4-FFF2-40B4-BE49-F238E27FC236}">
                <a16:creationId xmlns:a16="http://schemas.microsoft.com/office/drawing/2014/main" id="{7916C2E7-819B-105B-CACC-A9A160A50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7244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-magic</a:t>
            </a:r>
            <a:endParaRPr lang="en-US" altLang="en-US"/>
          </a:p>
        </p:txBody>
      </p:sp>
      <p:sp>
        <p:nvSpPr>
          <p:cNvPr id="131084" name="Text Box 12">
            <a:extLst>
              <a:ext uri="{FF2B5EF4-FFF2-40B4-BE49-F238E27FC236}">
                <a16:creationId xmlns:a16="http://schemas.microsoft.com/office/drawing/2014/main" id="{58ABAF8B-0D51-9BD6-261F-E27B7CF5C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-attack</a:t>
            </a:r>
            <a:endParaRPr lang="en-US" altLang="en-US"/>
          </a:p>
        </p:txBody>
      </p:sp>
      <p:sp>
        <p:nvSpPr>
          <p:cNvPr id="131085" name="Freeform 13">
            <a:extLst>
              <a:ext uri="{FF2B5EF4-FFF2-40B4-BE49-F238E27FC236}">
                <a16:creationId xmlns:a16="http://schemas.microsoft.com/office/drawing/2014/main" id="{DC1B1A55-99B4-5003-CEE7-F8D67F412418}"/>
              </a:ext>
            </a:extLst>
          </p:cNvPr>
          <p:cNvSpPr>
            <a:spLocks/>
          </p:cNvSpPr>
          <p:nvPr/>
        </p:nvSpPr>
        <p:spPr bwMode="auto">
          <a:xfrm>
            <a:off x="1023938" y="1371600"/>
            <a:ext cx="881062" cy="247650"/>
          </a:xfrm>
          <a:custGeom>
            <a:avLst/>
            <a:gdLst>
              <a:gd name="T0" fmla="*/ 14 w 431"/>
              <a:gd name="T1" fmla="*/ 71 h 170"/>
              <a:gd name="T2" fmla="*/ 32 w 431"/>
              <a:gd name="T3" fmla="*/ 58 h 170"/>
              <a:gd name="T4" fmla="*/ 47 w 431"/>
              <a:gd name="T5" fmla="*/ 34 h 170"/>
              <a:gd name="T6" fmla="*/ 168 w 431"/>
              <a:gd name="T7" fmla="*/ 13 h 170"/>
              <a:gd name="T8" fmla="*/ 350 w 431"/>
              <a:gd name="T9" fmla="*/ 7 h 170"/>
              <a:gd name="T10" fmla="*/ 411 w 431"/>
              <a:gd name="T11" fmla="*/ 17 h 170"/>
              <a:gd name="T12" fmla="*/ 416 w 431"/>
              <a:gd name="T13" fmla="*/ 89 h 170"/>
              <a:gd name="T14" fmla="*/ 414 w 431"/>
              <a:gd name="T15" fmla="*/ 152 h 170"/>
              <a:gd name="T16" fmla="*/ 321 w 431"/>
              <a:gd name="T17" fmla="*/ 154 h 170"/>
              <a:gd name="T18" fmla="*/ 149 w 431"/>
              <a:gd name="T19" fmla="*/ 157 h 170"/>
              <a:gd name="T20" fmla="*/ 78 w 431"/>
              <a:gd name="T21" fmla="*/ 151 h 170"/>
              <a:gd name="T22" fmla="*/ 54 w 431"/>
              <a:gd name="T23" fmla="*/ 134 h 170"/>
              <a:gd name="T24" fmla="*/ 42 w 431"/>
              <a:gd name="T25" fmla="*/ 124 h 170"/>
              <a:gd name="T26" fmla="*/ 29 w 431"/>
              <a:gd name="T27" fmla="*/ 112 h 170"/>
              <a:gd name="T28" fmla="*/ 9 w 431"/>
              <a:gd name="T29" fmla="*/ 92 h 170"/>
              <a:gd name="T30" fmla="*/ 0 w 431"/>
              <a:gd name="T31" fmla="*/ 79 h 170"/>
              <a:gd name="T32" fmla="*/ 12 w 431"/>
              <a:gd name="T33" fmla="*/ 71 h 170"/>
              <a:gd name="T34" fmla="*/ 14 w 431"/>
              <a:gd name="T35" fmla="*/ 71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31" h="170">
                <a:moveTo>
                  <a:pt x="14" y="71"/>
                </a:moveTo>
                <a:cubicBezTo>
                  <a:pt x="19" y="66"/>
                  <a:pt x="26" y="62"/>
                  <a:pt x="32" y="58"/>
                </a:cubicBezTo>
                <a:cubicBezTo>
                  <a:pt x="34" y="47"/>
                  <a:pt x="37" y="40"/>
                  <a:pt x="47" y="34"/>
                </a:cubicBezTo>
                <a:cubicBezTo>
                  <a:pt x="75" y="0"/>
                  <a:pt x="127" y="14"/>
                  <a:pt x="168" y="13"/>
                </a:cubicBezTo>
                <a:cubicBezTo>
                  <a:pt x="227" y="2"/>
                  <a:pt x="290" y="8"/>
                  <a:pt x="350" y="7"/>
                </a:cubicBezTo>
                <a:cubicBezTo>
                  <a:pt x="369" y="8"/>
                  <a:pt x="399" y="1"/>
                  <a:pt x="411" y="17"/>
                </a:cubicBezTo>
                <a:cubicBezTo>
                  <a:pt x="411" y="20"/>
                  <a:pt x="406" y="70"/>
                  <a:pt x="416" y="89"/>
                </a:cubicBezTo>
                <a:cubicBezTo>
                  <a:pt x="415" y="110"/>
                  <a:pt x="431" y="140"/>
                  <a:pt x="414" y="152"/>
                </a:cubicBezTo>
                <a:cubicBezTo>
                  <a:pt x="388" y="170"/>
                  <a:pt x="352" y="153"/>
                  <a:pt x="321" y="154"/>
                </a:cubicBezTo>
                <a:cubicBezTo>
                  <a:pt x="264" y="156"/>
                  <a:pt x="206" y="156"/>
                  <a:pt x="149" y="157"/>
                </a:cubicBezTo>
                <a:cubicBezTo>
                  <a:pt x="124" y="155"/>
                  <a:pt x="103" y="152"/>
                  <a:pt x="78" y="151"/>
                </a:cubicBezTo>
                <a:cubicBezTo>
                  <a:pt x="70" y="145"/>
                  <a:pt x="62" y="138"/>
                  <a:pt x="54" y="134"/>
                </a:cubicBezTo>
                <a:cubicBezTo>
                  <a:pt x="50" y="129"/>
                  <a:pt x="47" y="127"/>
                  <a:pt x="42" y="124"/>
                </a:cubicBezTo>
                <a:cubicBezTo>
                  <a:pt x="38" y="118"/>
                  <a:pt x="36" y="115"/>
                  <a:pt x="29" y="112"/>
                </a:cubicBezTo>
                <a:cubicBezTo>
                  <a:pt x="25" y="105"/>
                  <a:pt x="16" y="96"/>
                  <a:pt x="9" y="92"/>
                </a:cubicBezTo>
                <a:cubicBezTo>
                  <a:pt x="1" y="82"/>
                  <a:pt x="4" y="86"/>
                  <a:pt x="0" y="79"/>
                </a:cubicBezTo>
                <a:cubicBezTo>
                  <a:pt x="3" y="72"/>
                  <a:pt x="6" y="74"/>
                  <a:pt x="12" y="71"/>
                </a:cubicBezTo>
                <a:cubicBezTo>
                  <a:pt x="14" y="66"/>
                  <a:pt x="20" y="52"/>
                  <a:pt x="14" y="71"/>
                </a:cubicBez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6" name="Text Box 14">
            <a:extLst>
              <a:ext uri="{FF2B5EF4-FFF2-40B4-BE49-F238E27FC236}">
                <a16:creationId xmlns:a16="http://schemas.microsoft.com/office/drawing/2014/main" id="{FD5398B5-63FC-3D5E-0865-DF33367D6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2578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-limit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00" name="Picture 4">
            <a:extLst>
              <a:ext uri="{FF2B5EF4-FFF2-40B4-BE49-F238E27FC236}">
                <a16:creationId xmlns:a16="http://schemas.microsoft.com/office/drawing/2014/main" id="{E7675C16-A92F-3FA3-5ED2-121017E08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102" name="Picture 6">
            <a:extLst>
              <a:ext uri="{FF2B5EF4-FFF2-40B4-BE49-F238E27FC236}">
                <a16:creationId xmlns:a16="http://schemas.microsoft.com/office/drawing/2014/main" id="{B3B66446-001C-D6FC-DC91-7D247336A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505200"/>
            <a:ext cx="20828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103" name="Picture 7">
            <a:extLst>
              <a:ext uri="{FF2B5EF4-FFF2-40B4-BE49-F238E27FC236}">
                <a16:creationId xmlns:a16="http://schemas.microsoft.com/office/drawing/2014/main" id="{758E7D5A-189E-9F1E-2BDF-CFD910F95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104" name="Text Box 8">
            <a:extLst>
              <a:ext uri="{FF2B5EF4-FFF2-40B4-BE49-F238E27FC236}">
                <a16:creationId xmlns:a16="http://schemas.microsoft.com/office/drawing/2014/main" id="{658D5DFF-CF87-D889-CA9D-FDE59BD1F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410200"/>
            <a:ext cx="304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casts shield!</a:t>
            </a:r>
          </a:p>
        </p:txBody>
      </p:sp>
      <p:sp>
        <p:nvSpPr>
          <p:cNvPr id="132106" name="Line 10">
            <a:extLst>
              <a:ext uri="{FF2B5EF4-FFF2-40B4-BE49-F238E27FC236}">
                <a16:creationId xmlns:a16="http://schemas.microsoft.com/office/drawing/2014/main" id="{6A425C21-CB16-EBCA-6DB6-EA55B2BF6E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00800" y="2971800"/>
            <a:ext cx="609600" cy="2819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7" name="Line 11">
            <a:extLst>
              <a:ext uri="{FF2B5EF4-FFF2-40B4-BE49-F238E27FC236}">
                <a16:creationId xmlns:a16="http://schemas.microsoft.com/office/drawing/2014/main" id="{BCFB338E-F528-D119-50E6-FED84CE7B3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3400" y="2819400"/>
            <a:ext cx="533400" cy="2971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8" name="Line 12">
            <a:extLst>
              <a:ext uri="{FF2B5EF4-FFF2-40B4-BE49-F238E27FC236}">
                <a16:creationId xmlns:a16="http://schemas.microsoft.com/office/drawing/2014/main" id="{88EB6A57-73F2-F90F-8012-EC41EF4C70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2819400"/>
            <a:ext cx="304800" cy="3048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9" name="Text Box 13">
            <a:extLst>
              <a:ext uri="{FF2B5EF4-FFF2-40B4-BE49-F238E27FC236}">
                <a16:creationId xmlns:a16="http://schemas.microsoft.com/office/drawing/2014/main" id="{19097F27-526B-68A7-0610-6FED6132C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486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132110" name="Text Box 14">
            <a:extLst>
              <a:ext uri="{FF2B5EF4-FFF2-40B4-BE49-F238E27FC236}">
                <a16:creationId xmlns:a16="http://schemas.microsoft.com/office/drawing/2014/main" id="{598B3139-5CC8-5DD0-95DC-C845CCB79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7912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Defense raised by 20%!</a:t>
            </a:r>
          </a:p>
        </p:txBody>
      </p:sp>
      <p:sp>
        <p:nvSpPr>
          <p:cNvPr id="132113" name="Text Box 17">
            <a:extLst>
              <a:ext uri="{FF2B5EF4-FFF2-40B4-BE49-F238E27FC236}">
                <a16:creationId xmlns:a16="http://schemas.microsoft.com/office/drawing/2014/main" id="{0615C6CC-1C18-959E-6544-5178F8330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6248400"/>
            <a:ext cx="327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3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4" grpId="0"/>
      <p:bldP spid="132110" grpId="0"/>
      <p:bldP spid="132113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0" name="Picture 2">
            <a:extLst>
              <a:ext uri="{FF2B5EF4-FFF2-40B4-BE49-F238E27FC236}">
                <a16:creationId xmlns:a16="http://schemas.microsoft.com/office/drawing/2014/main" id="{6D3D9D96-8C88-8342-760D-173F31532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172" name="Picture 4">
            <a:extLst>
              <a:ext uri="{FF2B5EF4-FFF2-40B4-BE49-F238E27FC236}">
                <a16:creationId xmlns:a16="http://schemas.microsoft.com/office/drawing/2014/main" id="{9ECF084D-8107-2FDF-70E9-F0F1E234A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177" name="Text Box 9">
            <a:extLst>
              <a:ext uri="{FF2B5EF4-FFF2-40B4-BE49-F238E27FC236}">
                <a16:creationId xmlns:a16="http://schemas.microsoft.com/office/drawing/2014/main" id="{A1AEB2B7-52C8-5543-1356-8EC0F405A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35180" name="Picture 12">
            <a:extLst>
              <a:ext uri="{FF2B5EF4-FFF2-40B4-BE49-F238E27FC236}">
                <a16:creationId xmlns:a16="http://schemas.microsoft.com/office/drawing/2014/main" id="{EE439408-90EA-2BFB-17DD-AD76D3F71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182" name="Picture 14">
            <a:extLst>
              <a:ext uri="{FF2B5EF4-FFF2-40B4-BE49-F238E27FC236}">
                <a16:creationId xmlns:a16="http://schemas.microsoft.com/office/drawing/2014/main" id="{097325C8-95E3-BECB-F851-690A3A045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183" name="Picture 15">
            <a:extLst>
              <a:ext uri="{FF2B5EF4-FFF2-40B4-BE49-F238E27FC236}">
                <a16:creationId xmlns:a16="http://schemas.microsoft.com/office/drawing/2014/main" id="{BD084D94-B21E-07BB-55D4-1EAE9B25F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185" name="Text Box 17">
            <a:extLst>
              <a:ext uri="{FF2B5EF4-FFF2-40B4-BE49-F238E27FC236}">
                <a16:creationId xmlns:a16="http://schemas.microsoft.com/office/drawing/2014/main" id="{4A20902F-D6C4-4AC5-C43A-3058731D8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8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>
            <a:extLst>
              <a:ext uri="{FF2B5EF4-FFF2-40B4-BE49-F238E27FC236}">
                <a16:creationId xmlns:a16="http://schemas.microsoft.com/office/drawing/2014/main" id="{B84A59C0-1CAD-F629-C6DF-4A8E97AAB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243" name="Picture 3">
            <a:extLst>
              <a:ext uri="{FF2B5EF4-FFF2-40B4-BE49-F238E27FC236}">
                <a16:creationId xmlns:a16="http://schemas.microsoft.com/office/drawing/2014/main" id="{C740C673-12A3-FC6B-BF8F-104D3ABE7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244" name="Text Box 4">
            <a:extLst>
              <a:ext uri="{FF2B5EF4-FFF2-40B4-BE49-F238E27FC236}">
                <a16:creationId xmlns:a16="http://schemas.microsoft.com/office/drawing/2014/main" id="{60E6F6F0-7AD4-5395-9E2B-89A277B87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38245" name="Picture 5">
            <a:extLst>
              <a:ext uri="{FF2B5EF4-FFF2-40B4-BE49-F238E27FC236}">
                <a16:creationId xmlns:a16="http://schemas.microsoft.com/office/drawing/2014/main" id="{9336790D-3359-A51A-870F-17FBD6216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252" name="AutoShape 12">
            <a:extLst>
              <a:ext uri="{FF2B5EF4-FFF2-40B4-BE49-F238E27FC236}">
                <a16:creationId xmlns:a16="http://schemas.microsoft.com/office/drawing/2014/main" id="{0E458EB3-21FC-DB31-C2D6-55231A80D6C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38253" name="Picture 13">
            <a:extLst>
              <a:ext uri="{FF2B5EF4-FFF2-40B4-BE49-F238E27FC236}">
                <a16:creationId xmlns:a16="http://schemas.microsoft.com/office/drawing/2014/main" id="{3626DD5A-5DC9-566B-C7D2-0ADE2F15D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254" name="Text Box 14">
            <a:extLst>
              <a:ext uri="{FF2B5EF4-FFF2-40B4-BE49-F238E27FC236}">
                <a16:creationId xmlns:a16="http://schemas.microsoft.com/office/drawing/2014/main" id="{187A4231-1023-10AD-14E1-02F7BE6C0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15 damage!</a:t>
            </a:r>
          </a:p>
        </p:txBody>
      </p:sp>
      <p:sp>
        <p:nvSpPr>
          <p:cNvPr id="138255" name="Text Box 15">
            <a:extLst>
              <a:ext uri="{FF2B5EF4-FFF2-40B4-BE49-F238E27FC236}">
                <a16:creationId xmlns:a16="http://schemas.microsoft.com/office/drawing/2014/main" id="{110DE2D1-7842-2046-F9D8-944149B57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352800"/>
            <a:ext cx="1676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54" grpId="0"/>
      <p:bldP spid="13825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2">
            <a:extLst>
              <a:ext uri="{FF2B5EF4-FFF2-40B4-BE49-F238E27FC236}">
                <a16:creationId xmlns:a16="http://schemas.microsoft.com/office/drawing/2014/main" id="{8959B8FE-0C6E-1E77-2B72-4BCE14779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291" name="Picture 3">
            <a:extLst>
              <a:ext uri="{FF2B5EF4-FFF2-40B4-BE49-F238E27FC236}">
                <a16:creationId xmlns:a16="http://schemas.microsoft.com/office/drawing/2014/main" id="{75B6447E-8E77-73E4-FB07-940C9C020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0292" name="Text Box 4">
            <a:extLst>
              <a:ext uri="{FF2B5EF4-FFF2-40B4-BE49-F238E27FC236}">
                <a16:creationId xmlns:a16="http://schemas.microsoft.com/office/drawing/2014/main" id="{74FE7719-38B1-53C7-F414-63255D92D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40293" name="Picture 5">
            <a:extLst>
              <a:ext uri="{FF2B5EF4-FFF2-40B4-BE49-F238E27FC236}">
                <a16:creationId xmlns:a16="http://schemas.microsoft.com/office/drawing/2014/main" id="{41B314C9-A0DB-D4A1-1B88-4E66A3E8A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971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0298" name="Text Box 10">
            <a:extLst>
              <a:ext uri="{FF2B5EF4-FFF2-40B4-BE49-F238E27FC236}">
                <a16:creationId xmlns:a16="http://schemas.microsoft.com/office/drawing/2014/main" id="{AA3DD569-8E1C-30B9-AB1B-E20B9648F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438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charges LIMIT!</a:t>
            </a:r>
          </a:p>
        </p:txBody>
      </p:sp>
      <p:sp>
        <p:nvSpPr>
          <p:cNvPr id="140301" name="Line 13">
            <a:extLst>
              <a:ext uri="{FF2B5EF4-FFF2-40B4-BE49-F238E27FC236}">
                <a16:creationId xmlns:a16="http://schemas.microsoft.com/office/drawing/2014/main" id="{55EFE38E-576C-F1D1-9F70-DA98C6E14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4" name="Line 16">
            <a:extLst>
              <a:ext uri="{FF2B5EF4-FFF2-40B4-BE49-F238E27FC236}">
                <a16:creationId xmlns:a16="http://schemas.microsoft.com/office/drawing/2014/main" id="{B8A8CAD2-E1BF-E373-7F69-B324B5A279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-4953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5" name="Line 17">
            <a:extLst>
              <a:ext uri="{FF2B5EF4-FFF2-40B4-BE49-F238E27FC236}">
                <a16:creationId xmlns:a16="http://schemas.microsoft.com/office/drawing/2014/main" id="{B9D16F56-66A3-5FBE-E346-5CBE2C243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6" name="Line 18">
            <a:extLst>
              <a:ext uri="{FF2B5EF4-FFF2-40B4-BE49-F238E27FC236}">
                <a16:creationId xmlns:a16="http://schemas.microsoft.com/office/drawing/2014/main" id="{9212A244-08D0-E2B8-2B6C-F5FFE3182F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7" name="Line 19">
            <a:extLst>
              <a:ext uri="{FF2B5EF4-FFF2-40B4-BE49-F238E27FC236}">
                <a16:creationId xmlns:a16="http://schemas.microsoft.com/office/drawing/2014/main" id="{84150E90-C13F-D9C4-BEA1-3740916FC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8" name="Line 20">
            <a:extLst>
              <a:ext uri="{FF2B5EF4-FFF2-40B4-BE49-F238E27FC236}">
                <a16:creationId xmlns:a16="http://schemas.microsoft.com/office/drawing/2014/main" id="{24ED48F1-59DB-B909-012D-8115E4C38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9" name="Line 21">
            <a:extLst>
              <a:ext uri="{FF2B5EF4-FFF2-40B4-BE49-F238E27FC236}">
                <a16:creationId xmlns:a16="http://schemas.microsoft.com/office/drawing/2014/main" id="{24EE3F7D-C93E-5E6D-2BD6-24C89E131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10" name="Line 22">
            <a:extLst>
              <a:ext uri="{FF2B5EF4-FFF2-40B4-BE49-F238E27FC236}">
                <a16:creationId xmlns:a16="http://schemas.microsoft.com/office/drawing/2014/main" id="{B4CC7698-D005-E6C4-A79F-C976234C3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-7620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40311" name="Picture 23">
            <a:extLst>
              <a:ext uri="{FF2B5EF4-FFF2-40B4-BE49-F238E27FC236}">
                <a16:creationId xmlns:a16="http://schemas.microsoft.com/office/drawing/2014/main" id="{353138D0-45E8-CCED-7D2C-D97C55458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2971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312" name="Picture 24">
            <a:extLst>
              <a:ext uri="{FF2B5EF4-FFF2-40B4-BE49-F238E27FC236}">
                <a16:creationId xmlns:a16="http://schemas.microsoft.com/office/drawing/2014/main" id="{D5D789CE-453C-3386-3851-E37B3289C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39624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313" name="Picture 25">
            <a:extLst>
              <a:ext uri="{FF2B5EF4-FFF2-40B4-BE49-F238E27FC236}">
                <a16:creationId xmlns:a16="http://schemas.microsoft.com/office/drawing/2014/main" id="{F96EDBEF-7176-CA2F-A17C-C931AF6CA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5600" y="4876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314" name="Picture 26">
            <a:extLst>
              <a:ext uri="{FF2B5EF4-FFF2-40B4-BE49-F238E27FC236}">
                <a16:creationId xmlns:a16="http://schemas.microsoft.com/office/drawing/2014/main" id="{2FD94D97-487F-4339-106D-89BA5F453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0800" y="19812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0315" name="Text Box 27">
            <a:extLst>
              <a:ext uri="{FF2B5EF4-FFF2-40B4-BE49-F238E27FC236}">
                <a16:creationId xmlns:a16="http://schemas.microsoft.com/office/drawing/2014/main" id="{64B3BCA8-2873-DA17-B00B-F5A84BB89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895600"/>
            <a:ext cx="2514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25 damage!</a:t>
            </a:r>
          </a:p>
        </p:txBody>
      </p:sp>
    </p:spTree>
  </p:cSld>
  <p:clrMapOvr>
    <a:masterClrMapping/>
  </p:clrMapOvr>
  <p:transition advClick="0"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0" dur="1000" fill="hold"/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2" dur="1000" fill="hold"/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27168E-6 L 3.33333E-6 0.8379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89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66 -0.02775 L 0.11666 0.7824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0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8" dur="1000" fill="hold"/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0" dur="1000" fill="hold"/>
                                        <p:tgtEl>
                                          <p:spTgt spid="1403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14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2" dur="1000" fill="hold"/>
                                        <p:tgtEl>
                                          <p:spTgt spid="1403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14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4" dur="1000" fill="hold"/>
                                        <p:tgtEl>
                                          <p:spTgt spid="1403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14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78594 0.02913 L 0.21927 0.02913 " pathEditMode="relative" ptsTypes="AA">
                                      <p:cBhvr>
                                        <p:cTn id="27" dur="500" fill="hold"/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7761 -0.04856 L 0.31094 -0.0485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403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14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3073 -0.11515 L 0.26406 -0.11515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724 0.07353 L 0.20573 0.07353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40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14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8" grpId="0"/>
      <p:bldP spid="14031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>
            <a:extLst>
              <a:ext uri="{FF2B5EF4-FFF2-40B4-BE49-F238E27FC236}">
                <a16:creationId xmlns:a16="http://schemas.microsoft.com/office/drawing/2014/main" id="{0938C82E-EC39-B39D-42A8-E6A50615F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315" name="Picture 3">
            <a:extLst>
              <a:ext uri="{FF2B5EF4-FFF2-40B4-BE49-F238E27FC236}">
                <a16:creationId xmlns:a16="http://schemas.microsoft.com/office/drawing/2014/main" id="{AE816992-BF5C-46EB-E84D-B43D39431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316" name="Text Box 4">
            <a:extLst>
              <a:ext uri="{FF2B5EF4-FFF2-40B4-BE49-F238E27FC236}">
                <a16:creationId xmlns:a16="http://schemas.microsoft.com/office/drawing/2014/main" id="{3B7A55E5-F887-8A5F-259C-AD7AA92C2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41317" name="Picture 5">
            <a:extLst>
              <a:ext uri="{FF2B5EF4-FFF2-40B4-BE49-F238E27FC236}">
                <a16:creationId xmlns:a16="http://schemas.microsoft.com/office/drawing/2014/main" id="{E8C00509-37DD-3D93-BEF2-8D6C03876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319" name="AutoShape 7">
            <a:extLst>
              <a:ext uri="{FF2B5EF4-FFF2-40B4-BE49-F238E27FC236}">
                <a16:creationId xmlns:a16="http://schemas.microsoft.com/office/drawing/2014/main" id="{2AF0C057-F269-CC66-F928-E78167AE665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41320" name="Picture 8">
            <a:extLst>
              <a:ext uri="{FF2B5EF4-FFF2-40B4-BE49-F238E27FC236}">
                <a16:creationId xmlns:a16="http://schemas.microsoft.com/office/drawing/2014/main" id="{26576635-AB83-AB74-A7C6-BF1D3DFC3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321" name="Text Box 9">
            <a:extLst>
              <a:ext uri="{FF2B5EF4-FFF2-40B4-BE49-F238E27FC236}">
                <a16:creationId xmlns:a16="http://schemas.microsoft.com/office/drawing/2014/main" id="{86908641-5FB9-3636-9F47-E25013B05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15 damage!</a:t>
            </a:r>
          </a:p>
        </p:txBody>
      </p:sp>
      <p:sp>
        <p:nvSpPr>
          <p:cNvPr id="141322" name="Text Box 10">
            <a:extLst>
              <a:ext uri="{FF2B5EF4-FFF2-40B4-BE49-F238E27FC236}">
                <a16:creationId xmlns:a16="http://schemas.microsoft.com/office/drawing/2014/main" id="{1B695D15-972D-711C-9CE9-C3A6045BE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352800"/>
            <a:ext cx="1676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continue…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1" grpId="0"/>
      <p:bldP spid="141322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2">
            <a:extLst>
              <a:ext uri="{FF2B5EF4-FFF2-40B4-BE49-F238E27FC236}">
                <a16:creationId xmlns:a16="http://schemas.microsoft.com/office/drawing/2014/main" id="{ADE9A8E0-D53B-87C9-00D3-570A7147D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365" name="Text Box 5">
            <a:extLst>
              <a:ext uri="{FF2B5EF4-FFF2-40B4-BE49-F238E27FC236}">
                <a16:creationId xmlns:a16="http://schemas.microsoft.com/office/drawing/2014/main" id="{13C4DA4E-D87C-17CA-5E0C-0B36C9DDD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143369" name="Text Box 9">
            <a:extLst>
              <a:ext uri="{FF2B5EF4-FFF2-40B4-BE49-F238E27FC236}">
                <a16:creationId xmlns:a16="http://schemas.microsoft.com/office/drawing/2014/main" id="{B1D61627-D57D-4779-5953-C9DD0064B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0292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-limit</a:t>
            </a:r>
            <a:endParaRPr lang="en-US" altLang="en-US"/>
          </a:p>
        </p:txBody>
      </p:sp>
      <p:sp>
        <p:nvSpPr>
          <p:cNvPr id="143372" name="Text Box 12">
            <a:extLst>
              <a:ext uri="{FF2B5EF4-FFF2-40B4-BE49-F238E27FC236}">
                <a16:creationId xmlns:a16="http://schemas.microsoft.com/office/drawing/2014/main" id="{CE72FEC7-9D26-FD5B-AE8A-17E27D73E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482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-magic</a:t>
            </a:r>
            <a:endParaRPr lang="en-US" altLang="en-US"/>
          </a:p>
        </p:txBody>
      </p:sp>
      <p:sp>
        <p:nvSpPr>
          <p:cNvPr id="143373" name="Text Box 13">
            <a:extLst>
              <a:ext uri="{FF2B5EF4-FFF2-40B4-BE49-F238E27FC236}">
                <a16:creationId xmlns:a16="http://schemas.microsoft.com/office/drawing/2014/main" id="{2242E324-67D3-3437-87B2-7D81BD03A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20</a:t>
            </a:r>
          </a:p>
        </p:txBody>
      </p:sp>
      <p:sp>
        <p:nvSpPr>
          <p:cNvPr id="143374" name="Freeform 14">
            <a:extLst>
              <a:ext uri="{FF2B5EF4-FFF2-40B4-BE49-F238E27FC236}">
                <a16:creationId xmlns:a16="http://schemas.microsoft.com/office/drawing/2014/main" id="{920D4C4E-90D9-112B-43B4-0B92A0FBD40E}"/>
              </a:ext>
            </a:extLst>
          </p:cNvPr>
          <p:cNvSpPr>
            <a:spLocks/>
          </p:cNvSpPr>
          <p:nvPr/>
        </p:nvSpPr>
        <p:spPr bwMode="auto">
          <a:xfrm>
            <a:off x="1023938" y="1371600"/>
            <a:ext cx="881062" cy="247650"/>
          </a:xfrm>
          <a:custGeom>
            <a:avLst/>
            <a:gdLst>
              <a:gd name="T0" fmla="*/ 14 w 431"/>
              <a:gd name="T1" fmla="*/ 71 h 170"/>
              <a:gd name="T2" fmla="*/ 32 w 431"/>
              <a:gd name="T3" fmla="*/ 58 h 170"/>
              <a:gd name="T4" fmla="*/ 47 w 431"/>
              <a:gd name="T5" fmla="*/ 34 h 170"/>
              <a:gd name="T6" fmla="*/ 168 w 431"/>
              <a:gd name="T7" fmla="*/ 13 h 170"/>
              <a:gd name="T8" fmla="*/ 350 w 431"/>
              <a:gd name="T9" fmla="*/ 7 h 170"/>
              <a:gd name="T10" fmla="*/ 411 w 431"/>
              <a:gd name="T11" fmla="*/ 17 h 170"/>
              <a:gd name="T12" fmla="*/ 416 w 431"/>
              <a:gd name="T13" fmla="*/ 89 h 170"/>
              <a:gd name="T14" fmla="*/ 414 w 431"/>
              <a:gd name="T15" fmla="*/ 152 h 170"/>
              <a:gd name="T16" fmla="*/ 321 w 431"/>
              <a:gd name="T17" fmla="*/ 154 h 170"/>
              <a:gd name="T18" fmla="*/ 149 w 431"/>
              <a:gd name="T19" fmla="*/ 157 h 170"/>
              <a:gd name="T20" fmla="*/ 78 w 431"/>
              <a:gd name="T21" fmla="*/ 151 h 170"/>
              <a:gd name="T22" fmla="*/ 54 w 431"/>
              <a:gd name="T23" fmla="*/ 134 h 170"/>
              <a:gd name="T24" fmla="*/ 42 w 431"/>
              <a:gd name="T25" fmla="*/ 124 h 170"/>
              <a:gd name="T26" fmla="*/ 29 w 431"/>
              <a:gd name="T27" fmla="*/ 112 h 170"/>
              <a:gd name="T28" fmla="*/ 9 w 431"/>
              <a:gd name="T29" fmla="*/ 92 h 170"/>
              <a:gd name="T30" fmla="*/ 0 w 431"/>
              <a:gd name="T31" fmla="*/ 79 h 170"/>
              <a:gd name="T32" fmla="*/ 12 w 431"/>
              <a:gd name="T33" fmla="*/ 71 h 170"/>
              <a:gd name="T34" fmla="*/ 14 w 431"/>
              <a:gd name="T35" fmla="*/ 71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31" h="170">
                <a:moveTo>
                  <a:pt x="14" y="71"/>
                </a:moveTo>
                <a:cubicBezTo>
                  <a:pt x="19" y="66"/>
                  <a:pt x="26" y="62"/>
                  <a:pt x="32" y="58"/>
                </a:cubicBezTo>
                <a:cubicBezTo>
                  <a:pt x="34" y="47"/>
                  <a:pt x="37" y="40"/>
                  <a:pt x="47" y="34"/>
                </a:cubicBezTo>
                <a:cubicBezTo>
                  <a:pt x="75" y="0"/>
                  <a:pt x="127" y="14"/>
                  <a:pt x="168" y="13"/>
                </a:cubicBezTo>
                <a:cubicBezTo>
                  <a:pt x="227" y="2"/>
                  <a:pt x="290" y="8"/>
                  <a:pt x="350" y="7"/>
                </a:cubicBezTo>
                <a:cubicBezTo>
                  <a:pt x="369" y="8"/>
                  <a:pt x="399" y="1"/>
                  <a:pt x="411" y="17"/>
                </a:cubicBezTo>
                <a:cubicBezTo>
                  <a:pt x="411" y="20"/>
                  <a:pt x="406" y="70"/>
                  <a:pt x="416" y="89"/>
                </a:cubicBezTo>
                <a:cubicBezTo>
                  <a:pt x="415" y="110"/>
                  <a:pt x="431" y="140"/>
                  <a:pt x="414" y="152"/>
                </a:cubicBezTo>
                <a:cubicBezTo>
                  <a:pt x="388" y="170"/>
                  <a:pt x="352" y="153"/>
                  <a:pt x="321" y="154"/>
                </a:cubicBezTo>
                <a:cubicBezTo>
                  <a:pt x="264" y="156"/>
                  <a:pt x="206" y="156"/>
                  <a:pt x="149" y="157"/>
                </a:cubicBezTo>
                <a:cubicBezTo>
                  <a:pt x="124" y="155"/>
                  <a:pt x="103" y="152"/>
                  <a:pt x="78" y="151"/>
                </a:cubicBezTo>
                <a:cubicBezTo>
                  <a:pt x="70" y="145"/>
                  <a:pt x="62" y="138"/>
                  <a:pt x="54" y="134"/>
                </a:cubicBezTo>
                <a:cubicBezTo>
                  <a:pt x="50" y="129"/>
                  <a:pt x="47" y="127"/>
                  <a:pt x="42" y="124"/>
                </a:cubicBezTo>
                <a:cubicBezTo>
                  <a:pt x="38" y="118"/>
                  <a:pt x="36" y="115"/>
                  <a:pt x="29" y="112"/>
                </a:cubicBezTo>
                <a:cubicBezTo>
                  <a:pt x="25" y="105"/>
                  <a:pt x="16" y="96"/>
                  <a:pt x="9" y="92"/>
                </a:cubicBezTo>
                <a:cubicBezTo>
                  <a:pt x="1" y="82"/>
                  <a:pt x="4" y="86"/>
                  <a:pt x="0" y="79"/>
                </a:cubicBezTo>
                <a:cubicBezTo>
                  <a:pt x="3" y="72"/>
                  <a:pt x="6" y="74"/>
                  <a:pt x="12" y="71"/>
                </a:cubicBezTo>
                <a:cubicBezTo>
                  <a:pt x="14" y="66"/>
                  <a:pt x="20" y="52"/>
                  <a:pt x="14" y="71"/>
                </a:cubicBez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6" name="Picture 2">
            <a:extLst>
              <a:ext uri="{FF2B5EF4-FFF2-40B4-BE49-F238E27FC236}">
                <a16:creationId xmlns:a16="http://schemas.microsoft.com/office/drawing/2014/main" id="{87CF9A5C-C320-FEF9-FE7B-4560AEAAE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389" name="Text Box 5">
            <a:extLst>
              <a:ext uri="{FF2B5EF4-FFF2-40B4-BE49-F238E27FC236}">
                <a16:creationId xmlns:a16="http://schemas.microsoft.com/office/drawing/2014/main" id="{FB514477-3FDE-BC9D-6F6C-16F33669F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144392" name="Text Box 8">
            <a:extLst>
              <a:ext uri="{FF2B5EF4-FFF2-40B4-BE49-F238E27FC236}">
                <a16:creationId xmlns:a16="http://schemas.microsoft.com/office/drawing/2014/main" id="{4C3E9927-C453-39E2-118A-733E5A2B2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482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-magic</a:t>
            </a:r>
            <a:endParaRPr lang="en-US" altLang="en-US"/>
          </a:p>
        </p:txBody>
      </p:sp>
      <p:sp>
        <p:nvSpPr>
          <p:cNvPr id="144393" name="Text Box 9">
            <a:extLst>
              <a:ext uri="{FF2B5EF4-FFF2-40B4-BE49-F238E27FC236}">
                <a16:creationId xmlns:a16="http://schemas.microsoft.com/office/drawing/2014/main" id="{A660BCB9-6B26-BA58-29CE-9B4CCE22D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20</a:t>
            </a:r>
          </a:p>
        </p:txBody>
      </p:sp>
    </p:spTree>
  </p:cSld>
  <p:clrMapOvr>
    <a:masterClrMapping/>
  </p:clrMapOvr>
  <p:transition advClick="0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4" name="Picture 2">
            <a:extLst>
              <a:ext uri="{FF2B5EF4-FFF2-40B4-BE49-F238E27FC236}">
                <a16:creationId xmlns:a16="http://schemas.microsoft.com/office/drawing/2014/main" id="{9B4F68C1-867B-EE14-53AD-2DCF08182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435" name="Picture 3">
            <a:extLst>
              <a:ext uri="{FF2B5EF4-FFF2-40B4-BE49-F238E27FC236}">
                <a16:creationId xmlns:a16="http://schemas.microsoft.com/office/drawing/2014/main" id="{946810D1-6919-DA5D-5D3E-6F3D020A7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436" name="Text Box 4">
            <a:extLst>
              <a:ext uri="{FF2B5EF4-FFF2-40B4-BE49-F238E27FC236}">
                <a16:creationId xmlns:a16="http://schemas.microsoft.com/office/drawing/2014/main" id="{BA77A437-EB05-BB7A-DBA6-ADE099AFE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46437" name="Picture 5">
            <a:extLst>
              <a:ext uri="{FF2B5EF4-FFF2-40B4-BE49-F238E27FC236}">
                <a16:creationId xmlns:a16="http://schemas.microsoft.com/office/drawing/2014/main" id="{A0E73EB7-08E0-DD35-5D9D-319202057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438" name="Picture 6">
            <a:extLst>
              <a:ext uri="{FF2B5EF4-FFF2-40B4-BE49-F238E27FC236}">
                <a16:creationId xmlns:a16="http://schemas.microsoft.com/office/drawing/2014/main" id="{BB7BD9D5-A2A5-A39C-E543-72EF20794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439" name="Picture 7">
            <a:extLst>
              <a:ext uri="{FF2B5EF4-FFF2-40B4-BE49-F238E27FC236}">
                <a16:creationId xmlns:a16="http://schemas.microsoft.com/office/drawing/2014/main" id="{C09BAC63-8F49-FD49-78FC-5BF9A291A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441" name="Text Box 9">
            <a:extLst>
              <a:ext uri="{FF2B5EF4-FFF2-40B4-BE49-F238E27FC236}">
                <a16:creationId xmlns:a16="http://schemas.microsoft.com/office/drawing/2014/main" id="{7540EA03-1F65-E052-99A5-B89C32907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1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>
            <a:extLst>
              <a:ext uri="{FF2B5EF4-FFF2-40B4-BE49-F238E27FC236}">
                <a16:creationId xmlns:a16="http://schemas.microsoft.com/office/drawing/2014/main" id="{87D83F38-3386-608B-60EE-6917BA1A5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459" name="Picture 3">
            <a:extLst>
              <a:ext uri="{FF2B5EF4-FFF2-40B4-BE49-F238E27FC236}">
                <a16:creationId xmlns:a16="http://schemas.microsoft.com/office/drawing/2014/main" id="{D2E51394-78B2-5E0D-0139-6409326E7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460" name="Text Box 4">
            <a:extLst>
              <a:ext uri="{FF2B5EF4-FFF2-40B4-BE49-F238E27FC236}">
                <a16:creationId xmlns:a16="http://schemas.microsoft.com/office/drawing/2014/main" id="{ADC650D1-7BB9-771C-64F3-BFE6AACC9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47461" name="Picture 5">
            <a:extLst>
              <a:ext uri="{FF2B5EF4-FFF2-40B4-BE49-F238E27FC236}">
                <a16:creationId xmlns:a16="http://schemas.microsoft.com/office/drawing/2014/main" id="{60AAE349-B4C0-C416-1B49-5B653D7CE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463" name="AutoShape 7">
            <a:extLst>
              <a:ext uri="{FF2B5EF4-FFF2-40B4-BE49-F238E27FC236}">
                <a16:creationId xmlns:a16="http://schemas.microsoft.com/office/drawing/2014/main" id="{0E7D1475-5270-083A-576C-1FBEFB30E8E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47464" name="Picture 8">
            <a:extLst>
              <a:ext uri="{FF2B5EF4-FFF2-40B4-BE49-F238E27FC236}">
                <a16:creationId xmlns:a16="http://schemas.microsoft.com/office/drawing/2014/main" id="{619CDA61-BF3A-978C-2183-F7E6B4DB7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465" name="Text Box 9">
            <a:extLst>
              <a:ext uri="{FF2B5EF4-FFF2-40B4-BE49-F238E27FC236}">
                <a16:creationId xmlns:a16="http://schemas.microsoft.com/office/drawing/2014/main" id="{77C1A934-C4F4-59C1-F215-9E5226718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15 damage!</a:t>
            </a:r>
          </a:p>
        </p:txBody>
      </p:sp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5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2" name="Picture 2">
            <a:extLst>
              <a:ext uri="{FF2B5EF4-FFF2-40B4-BE49-F238E27FC236}">
                <a16:creationId xmlns:a16="http://schemas.microsoft.com/office/drawing/2014/main" id="{3048C600-EBCA-9E6D-ED03-C816F21E9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484" name="Text Box 4">
            <a:extLst>
              <a:ext uri="{FF2B5EF4-FFF2-40B4-BE49-F238E27FC236}">
                <a16:creationId xmlns:a16="http://schemas.microsoft.com/office/drawing/2014/main" id="{6450836B-5321-3336-39A7-082BDD70B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148485" name="Text Box 5">
            <a:extLst>
              <a:ext uri="{FF2B5EF4-FFF2-40B4-BE49-F238E27FC236}">
                <a16:creationId xmlns:a16="http://schemas.microsoft.com/office/drawing/2014/main" id="{37ABC9B9-1D70-4607-8B14-FE83B650E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0292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-limit</a:t>
            </a:r>
            <a:endParaRPr lang="en-US" altLang="en-US"/>
          </a:p>
        </p:txBody>
      </p:sp>
      <p:sp>
        <p:nvSpPr>
          <p:cNvPr id="148486" name="Text Box 6">
            <a:extLst>
              <a:ext uri="{FF2B5EF4-FFF2-40B4-BE49-F238E27FC236}">
                <a16:creationId xmlns:a16="http://schemas.microsoft.com/office/drawing/2014/main" id="{B9FCC338-1E01-A780-DFFF-0FAB27CF2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482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-magic</a:t>
            </a:r>
            <a:endParaRPr lang="en-US" altLang="en-US"/>
          </a:p>
        </p:txBody>
      </p:sp>
      <p:sp>
        <p:nvSpPr>
          <p:cNvPr id="148487" name="Text Box 7">
            <a:extLst>
              <a:ext uri="{FF2B5EF4-FFF2-40B4-BE49-F238E27FC236}">
                <a16:creationId xmlns:a16="http://schemas.microsoft.com/office/drawing/2014/main" id="{9022BF57-887E-98D4-9BA4-AE9E4F47C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148488" name="Freeform 8">
            <a:extLst>
              <a:ext uri="{FF2B5EF4-FFF2-40B4-BE49-F238E27FC236}">
                <a16:creationId xmlns:a16="http://schemas.microsoft.com/office/drawing/2014/main" id="{FC509D5F-473D-74BB-5EFE-CDDC29D485F4}"/>
              </a:ext>
            </a:extLst>
          </p:cNvPr>
          <p:cNvSpPr>
            <a:spLocks/>
          </p:cNvSpPr>
          <p:nvPr/>
        </p:nvSpPr>
        <p:spPr bwMode="auto">
          <a:xfrm>
            <a:off x="1023938" y="1371600"/>
            <a:ext cx="881062" cy="247650"/>
          </a:xfrm>
          <a:custGeom>
            <a:avLst/>
            <a:gdLst>
              <a:gd name="T0" fmla="*/ 14 w 431"/>
              <a:gd name="T1" fmla="*/ 71 h 170"/>
              <a:gd name="T2" fmla="*/ 32 w 431"/>
              <a:gd name="T3" fmla="*/ 58 h 170"/>
              <a:gd name="T4" fmla="*/ 47 w 431"/>
              <a:gd name="T5" fmla="*/ 34 h 170"/>
              <a:gd name="T6" fmla="*/ 168 w 431"/>
              <a:gd name="T7" fmla="*/ 13 h 170"/>
              <a:gd name="T8" fmla="*/ 350 w 431"/>
              <a:gd name="T9" fmla="*/ 7 h 170"/>
              <a:gd name="T10" fmla="*/ 411 w 431"/>
              <a:gd name="T11" fmla="*/ 17 h 170"/>
              <a:gd name="T12" fmla="*/ 416 w 431"/>
              <a:gd name="T13" fmla="*/ 89 h 170"/>
              <a:gd name="T14" fmla="*/ 414 w 431"/>
              <a:gd name="T15" fmla="*/ 152 h 170"/>
              <a:gd name="T16" fmla="*/ 321 w 431"/>
              <a:gd name="T17" fmla="*/ 154 h 170"/>
              <a:gd name="T18" fmla="*/ 149 w 431"/>
              <a:gd name="T19" fmla="*/ 157 h 170"/>
              <a:gd name="T20" fmla="*/ 78 w 431"/>
              <a:gd name="T21" fmla="*/ 151 h 170"/>
              <a:gd name="T22" fmla="*/ 54 w 431"/>
              <a:gd name="T23" fmla="*/ 134 h 170"/>
              <a:gd name="T24" fmla="*/ 42 w 431"/>
              <a:gd name="T25" fmla="*/ 124 h 170"/>
              <a:gd name="T26" fmla="*/ 29 w 431"/>
              <a:gd name="T27" fmla="*/ 112 h 170"/>
              <a:gd name="T28" fmla="*/ 9 w 431"/>
              <a:gd name="T29" fmla="*/ 92 h 170"/>
              <a:gd name="T30" fmla="*/ 0 w 431"/>
              <a:gd name="T31" fmla="*/ 79 h 170"/>
              <a:gd name="T32" fmla="*/ 12 w 431"/>
              <a:gd name="T33" fmla="*/ 71 h 170"/>
              <a:gd name="T34" fmla="*/ 14 w 431"/>
              <a:gd name="T35" fmla="*/ 71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31" h="170">
                <a:moveTo>
                  <a:pt x="14" y="71"/>
                </a:moveTo>
                <a:cubicBezTo>
                  <a:pt x="19" y="66"/>
                  <a:pt x="26" y="62"/>
                  <a:pt x="32" y="58"/>
                </a:cubicBezTo>
                <a:cubicBezTo>
                  <a:pt x="34" y="47"/>
                  <a:pt x="37" y="40"/>
                  <a:pt x="47" y="34"/>
                </a:cubicBezTo>
                <a:cubicBezTo>
                  <a:pt x="75" y="0"/>
                  <a:pt x="127" y="14"/>
                  <a:pt x="168" y="13"/>
                </a:cubicBezTo>
                <a:cubicBezTo>
                  <a:pt x="227" y="2"/>
                  <a:pt x="290" y="8"/>
                  <a:pt x="350" y="7"/>
                </a:cubicBezTo>
                <a:cubicBezTo>
                  <a:pt x="369" y="8"/>
                  <a:pt x="399" y="1"/>
                  <a:pt x="411" y="17"/>
                </a:cubicBezTo>
                <a:cubicBezTo>
                  <a:pt x="411" y="20"/>
                  <a:pt x="406" y="70"/>
                  <a:pt x="416" y="89"/>
                </a:cubicBezTo>
                <a:cubicBezTo>
                  <a:pt x="415" y="110"/>
                  <a:pt x="431" y="140"/>
                  <a:pt x="414" y="152"/>
                </a:cubicBezTo>
                <a:cubicBezTo>
                  <a:pt x="388" y="170"/>
                  <a:pt x="352" y="153"/>
                  <a:pt x="321" y="154"/>
                </a:cubicBezTo>
                <a:cubicBezTo>
                  <a:pt x="264" y="156"/>
                  <a:pt x="206" y="156"/>
                  <a:pt x="149" y="157"/>
                </a:cubicBezTo>
                <a:cubicBezTo>
                  <a:pt x="124" y="155"/>
                  <a:pt x="103" y="152"/>
                  <a:pt x="78" y="151"/>
                </a:cubicBezTo>
                <a:cubicBezTo>
                  <a:pt x="70" y="145"/>
                  <a:pt x="62" y="138"/>
                  <a:pt x="54" y="134"/>
                </a:cubicBezTo>
                <a:cubicBezTo>
                  <a:pt x="50" y="129"/>
                  <a:pt x="47" y="127"/>
                  <a:pt x="42" y="124"/>
                </a:cubicBezTo>
                <a:cubicBezTo>
                  <a:pt x="38" y="118"/>
                  <a:pt x="36" y="115"/>
                  <a:pt x="29" y="112"/>
                </a:cubicBezTo>
                <a:cubicBezTo>
                  <a:pt x="25" y="105"/>
                  <a:pt x="16" y="96"/>
                  <a:pt x="9" y="92"/>
                </a:cubicBezTo>
                <a:cubicBezTo>
                  <a:pt x="1" y="82"/>
                  <a:pt x="4" y="86"/>
                  <a:pt x="0" y="79"/>
                </a:cubicBezTo>
                <a:cubicBezTo>
                  <a:pt x="3" y="72"/>
                  <a:pt x="6" y="74"/>
                  <a:pt x="12" y="71"/>
                </a:cubicBezTo>
                <a:cubicBezTo>
                  <a:pt x="14" y="66"/>
                  <a:pt x="20" y="52"/>
                  <a:pt x="14" y="71"/>
                </a:cubicBez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06" name="Picture 2">
            <a:extLst>
              <a:ext uri="{FF2B5EF4-FFF2-40B4-BE49-F238E27FC236}">
                <a16:creationId xmlns:a16="http://schemas.microsoft.com/office/drawing/2014/main" id="{EA964E54-1B7D-40AD-D9FF-E418436AA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507" name="Picture 3">
            <a:extLst>
              <a:ext uri="{FF2B5EF4-FFF2-40B4-BE49-F238E27FC236}">
                <a16:creationId xmlns:a16="http://schemas.microsoft.com/office/drawing/2014/main" id="{1A8FA1DA-1315-8CE3-8BD5-64EEA07C8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508" name="Text Box 4">
            <a:extLst>
              <a:ext uri="{FF2B5EF4-FFF2-40B4-BE49-F238E27FC236}">
                <a16:creationId xmlns:a16="http://schemas.microsoft.com/office/drawing/2014/main" id="{4EAF165D-E131-97AF-A1A8-5FE6C8B79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49509" name="Picture 5">
            <a:extLst>
              <a:ext uri="{FF2B5EF4-FFF2-40B4-BE49-F238E27FC236}">
                <a16:creationId xmlns:a16="http://schemas.microsoft.com/office/drawing/2014/main" id="{DB922AF8-ED17-DE96-487B-95FA70454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510" name="Picture 6">
            <a:extLst>
              <a:ext uri="{FF2B5EF4-FFF2-40B4-BE49-F238E27FC236}">
                <a16:creationId xmlns:a16="http://schemas.microsoft.com/office/drawing/2014/main" id="{04C45FC1-DA6C-06E9-996F-391D22A3B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511" name="Picture 7">
            <a:extLst>
              <a:ext uri="{FF2B5EF4-FFF2-40B4-BE49-F238E27FC236}">
                <a16:creationId xmlns:a16="http://schemas.microsoft.com/office/drawing/2014/main" id="{AA9D2BB3-207B-8E67-E5D9-AE90BD5B3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513" name="Text Box 9">
            <a:extLst>
              <a:ext uri="{FF2B5EF4-FFF2-40B4-BE49-F238E27FC236}">
                <a16:creationId xmlns:a16="http://schemas.microsoft.com/office/drawing/2014/main" id="{8BAB23C4-62EB-69CA-DE8E-F1BAF1290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3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2">
            <a:extLst>
              <a:ext uri="{FF2B5EF4-FFF2-40B4-BE49-F238E27FC236}">
                <a16:creationId xmlns:a16="http://schemas.microsoft.com/office/drawing/2014/main" id="{9ED8052D-0D84-22B3-92A4-F0315B5AD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531" name="Picture 3">
            <a:extLst>
              <a:ext uri="{FF2B5EF4-FFF2-40B4-BE49-F238E27FC236}">
                <a16:creationId xmlns:a16="http://schemas.microsoft.com/office/drawing/2014/main" id="{DE6161EF-C494-1639-2E13-E9BE02D1D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532" name="Text Box 4">
            <a:extLst>
              <a:ext uri="{FF2B5EF4-FFF2-40B4-BE49-F238E27FC236}">
                <a16:creationId xmlns:a16="http://schemas.microsoft.com/office/drawing/2014/main" id="{89CE9CF1-A849-7E81-8916-FBBDD83DB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50533" name="Picture 5">
            <a:extLst>
              <a:ext uri="{FF2B5EF4-FFF2-40B4-BE49-F238E27FC236}">
                <a16:creationId xmlns:a16="http://schemas.microsoft.com/office/drawing/2014/main" id="{74221A7A-A804-FD61-E804-DBF149CE6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535" name="AutoShape 7">
            <a:extLst>
              <a:ext uri="{FF2B5EF4-FFF2-40B4-BE49-F238E27FC236}">
                <a16:creationId xmlns:a16="http://schemas.microsoft.com/office/drawing/2014/main" id="{519673BC-1A4A-6FF2-A484-EF291E64A82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0536" name="Picture 8">
            <a:extLst>
              <a:ext uri="{FF2B5EF4-FFF2-40B4-BE49-F238E27FC236}">
                <a16:creationId xmlns:a16="http://schemas.microsoft.com/office/drawing/2014/main" id="{B9E0297F-693E-6599-EDFC-758C57F6C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537" name="Text Box 9">
            <a:extLst>
              <a:ext uri="{FF2B5EF4-FFF2-40B4-BE49-F238E27FC236}">
                <a16:creationId xmlns:a16="http://schemas.microsoft.com/office/drawing/2014/main" id="{C22520BD-D4A0-25BB-2BDA-E346B6A43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15 damage!</a:t>
            </a:r>
          </a:p>
        </p:txBody>
      </p:sp>
      <p:sp>
        <p:nvSpPr>
          <p:cNvPr id="150538" name="Text Box 10">
            <a:extLst>
              <a:ext uri="{FF2B5EF4-FFF2-40B4-BE49-F238E27FC236}">
                <a16:creationId xmlns:a16="http://schemas.microsoft.com/office/drawing/2014/main" id="{D80A4608-E796-4895-7A4E-E4F5885FE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7" grpId="0"/>
      <p:bldP spid="150538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4" name="Picture 2">
            <a:extLst>
              <a:ext uri="{FF2B5EF4-FFF2-40B4-BE49-F238E27FC236}">
                <a16:creationId xmlns:a16="http://schemas.microsoft.com/office/drawing/2014/main" id="{D8B6DED1-CC7C-8FC7-81A5-3110BACD0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555" name="Picture 3">
            <a:extLst>
              <a:ext uri="{FF2B5EF4-FFF2-40B4-BE49-F238E27FC236}">
                <a16:creationId xmlns:a16="http://schemas.microsoft.com/office/drawing/2014/main" id="{BE5CF47B-E204-CBD8-547F-B468099ED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556" name="Text Box 4">
            <a:extLst>
              <a:ext uri="{FF2B5EF4-FFF2-40B4-BE49-F238E27FC236}">
                <a16:creationId xmlns:a16="http://schemas.microsoft.com/office/drawing/2014/main" id="{5101773B-B06A-5DD6-DEF9-512581D6F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51557" name="Picture 5">
            <a:extLst>
              <a:ext uri="{FF2B5EF4-FFF2-40B4-BE49-F238E27FC236}">
                <a16:creationId xmlns:a16="http://schemas.microsoft.com/office/drawing/2014/main" id="{DF92E5DA-4B3B-D043-BE31-76E4B9166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971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559" name="Text Box 7">
            <a:extLst>
              <a:ext uri="{FF2B5EF4-FFF2-40B4-BE49-F238E27FC236}">
                <a16:creationId xmlns:a16="http://schemas.microsoft.com/office/drawing/2014/main" id="{7DA54ACE-9307-EBC7-9675-88305BC63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438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charges LIMIT!</a:t>
            </a:r>
          </a:p>
        </p:txBody>
      </p:sp>
      <p:sp>
        <p:nvSpPr>
          <p:cNvPr id="151560" name="Line 8">
            <a:extLst>
              <a:ext uri="{FF2B5EF4-FFF2-40B4-BE49-F238E27FC236}">
                <a16:creationId xmlns:a16="http://schemas.microsoft.com/office/drawing/2014/main" id="{625ECE69-0BF6-A0EB-949C-6C210E9C3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1" name="Line 9">
            <a:extLst>
              <a:ext uri="{FF2B5EF4-FFF2-40B4-BE49-F238E27FC236}">
                <a16:creationId xmlns:a16="http://schemas.microsoft.com/office/drawing/2014/main" id="{9F427665-5549-A5E5-8B03-0C9BDBAAF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-4953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2" name="Line 10">
            <a:extLst>
              <a:ext uri="{FF2B5EF4-FFF2-40B4-BE49-F238E27FC236}">
                <a16:creationId xmlns:a16="http://schemas.microsoft.com/office/drawing/2014/main" id="{5C0109DA-DB87-F131-D5E9-3051AF2E8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3" name="Line 11">
            <a:extLst>
              <a:ext uri="{FF2B5EF4-FFF2-40B4-BE49-F238E27FC236}">
                <a16:creationId xmlns:a16="http://schemas.microsoft.com/office/drawing/2014/main" id="{49F17A20-D7D4-8C86-4DA4-177C6A1DD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4" name="Line 12">
            <a:extLst>
              <a:ext uri="{FF2B5EF4-FFF2-40B4-BE49-F238E27FC236}">
                <a16:creationId xmlns:a16="http://schemas.microsoft.com/office/drawing/2014/main" id="{E984F84C-E615-5E4B-E375-AFBB77925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5" name="Line 13">
            <a:extLst>
              <a:ext uri="{FF2B5EF4-FFF2-40B4-BE49-F238E27FC236}">
                <a16:creationId xmlns:a16="http://schemas.microsoft.com/office/drawing/2014/main" id="{D9849B28-59E4-62E6-99A4-F4098722A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6" name="Line 14">
            <a:extLst>
              <a:ext uri="{FF2B5EF4-FFF2-40B4-BE49-F238E27FC236}">
                <a16:creationId xmlns:a16="http://schemas.microsoft.com/office/drawing/2014/main" id="{7E34EE1C-2A0A-8F8C-A8DA-4B810EB02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7" name="Line 15">
            <a:extLst>
              <a:ext uri="{FF2B5EF4-FFF2-40B4-BE49-F238E27FC236}">
                <a16:creationId xmlns:a16="http://schemas.microsoft.com/office/drawing/2014/main" id="{D4D5343A-498E-A1F2-AEBF-EB15B79BCD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-7620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51568" name="Picture 16">
            <a:extLst>
              <a:ext uri="{FF2B5EF4-FFF2-40B4-BE49-F238E27FC236}">
                <a16:creationId xmlns:a16="http://schemas.microsoft.com/office/drawing/2014/main" id="{C0783F3B-767A-E5A0-F07C-9E89F6038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2971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569" name="Picture 17">
            <a:extLst>
              <a:ext uri="{FF2B5EF4-FFF2-40B4-BE49-F238E27FC236}">
                <a16:creationId xmlns:a16="http://schemas.microsoft.com/office/drawing/2014/main" id="{3216124F-E393-DAE6-70B6-B7DC85238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39624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570" name="Picture 18">
            <a:extLst>
              <a:ext uri="{FF2B5EF4-FFF2-40B4-BE49-F238E27FC236}">
                <a16:creationId xmlns:a16="http://schemas.microsoft.com/office/drawing/2014/main" id="{40C3FFB2-E207-9640-DB7E-A58B4C28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5600" y="4876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571" name="Picture 19">
            <a:extLst>
              <a:ext uri="{FF2B5EF4-FFF2-40B4-BE49-F238E27FC236}">
                <a16:creationId xmlns:a16="http://schemas.microsoft.com/office/drawing/2014/main" id="{D776CB5A-C71B-5387-BB8C-768A2E833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0800" y="19812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573" name="Text Box 21">
            <a:extLst>
              <a:ext uri="{FF2B5EF4-FFF2-40B4-BE49-F238E27FC236}">
                <a16:creationId xmlns:a16="http://schemas.microsoft.com/office/drawing/2014/main" id="{2BCDE466-D4CC-1039-0492-35B40EF55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895600"/>
            <a:ext cx="243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goblin commander!</a:t>
            </a:r>
          </a:p>
        </p:txBody>
      </p:sp>
      <p:sp>
        <p:nvSpPr>
          <p:cNvPr id="151574" name="Text Box 22">
            <a:extLst>
              <a:ext uri="{FF2B5EF4-FFF2-40B4-BE49-F238E27FC236}">
                <a16:creationId xmlns:a16="http://schemas.microsoft.com/office/drawing/2014/main" id="{7226C367-602B-424B-A65C-E6248BFE1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6576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6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0" dur="1000" fill="hold"/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2" dur="1000" fill="hold"/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27168E-6 L 3.33333E-6 0.8379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89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66 -0.02775 L 0.11666 0.7824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515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0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15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8" dur="1000" fill="hold"/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0" dur="1000" fill="hold"/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2" dur="1000" fill="hold"/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4" dur="1000" fill="hold"/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78594 0.02913 L 0.21927 0.02913 " pathEditMode="relative" ptsTypes="AA">
                                      <p:cBhvr>
                                        <p:cTn id="27" dur="500" fill="hold"/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7761 -0.04856 L 0.31094 -0.0485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3073 -0.11515 L 0.26406 -0.11515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724 0.07353 L 0.20573 0.07353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9" grpId="0"/>
      <p:bldP spid="151573" grpId="0"/>
      <p:bldP spid="151574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Text Box 4">
            <a:extLst>
              <a:ext uri="{FF2B5EF4-FFF2-40B4-BE49-F238E27FC236}">
                <a16:creationId xmlns:a16="http://schemas.microsoft.com/office/drawing/2014/main" id="{81F17854-4169-B210-6457-0FC6CA36F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00200"/>
            <a:ext cx="586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WIN</a:t>
            </a:r>
          </a:p>
        </p:txBody>
      </p:sp>
      <p:pic>
        <p:nvPicPr>
          <p:cNvPr id="152581" name="Picture 5">
            <a:extLst>
              <a:ext uri="{FF2B5EF4-FFF2-40B4-BE49-F238E27FC236}">
                <a16:creationId xmlns:a16="http://schemas.microsoft.com/office/drawing/2014/main" id="{5484EB99-A764-3FBE-D848-93F352595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0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582" name="Picture 6">
            <a:extLst>
              <a:ext uri="{FF2B5EF4-FFF2-40B4-BE49-F238E27FC236}">
                <a16:creationId xmlns:a16="http://schemas.microsoft.com/office/drawing/2014/main" id="{350CBC22-83A6-2784-8B8C-877947F84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733800"/>
            <a:ext cx="2162175" cy="109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583" name="Picture 7">
            <a:extLst>
              <a:ext uri="{FF2B5EF4-FFF2-40B4-BE49-F238E27FC236}">
                <a16:creationId xmlns:a16="http://schemas.microsoft.com/office/drawing/2014/main" id="{A4B89CDB-AF7C-B50F-FE24-3727B5ABD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4196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584" name="Picture 8">
            <a:extLst>
              <a:ext uri="{FF2B5EF4-FFF2-40B4-BE49-F238E27FC236}">
                <a16:creationId xmlns:a16="http://schemas.microsoft.com/office/drawing/2014/main" id="{393B8E1F-9EC3-FF56-7E5D-D52F85045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8862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585" name="Picture 9">
            <a:extLst>
              <a:ext uri="{FF2B5EF4-FFF2-40B4-BE49-F238E27FC236}">
                <a16:creationId xmlns:a16="http://schemas.microsoft.com/office/drawing/2014/main" id="{3D33E6B4-AB0C-6AD4-248D-2C2DC7645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49580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586" name="Picture 10">
            <a:extLst>
              <a:ext uri="{FF2B5EF4-FFF2-40B4-BE49-F238E27FC236}">
                <a16:creationId xmlns:a16="http://schemas.microsoft.com/office/drawing/2014/main" id="{9871150A-7228-3747-ADB9-F4378198A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90800"/>
            <a:ext cx="4381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2587" name="Rectangle 11">
            <a:hlinkClick r:id="rId6" action="ppaction://hlinksldjump"/>
            <a:extLst>
              <a:ext uri="{FF2B5EF4-FFF2-40B4-BE49-F238E27FC236}">
                <a16:creationId xmlns:a16="http://schemas.microsoft.com/office/drawing/2014/main" id="{3E62A04A-CC9C-207C-3D16-FFBE3EE89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0"/>
            <a:ext cx="21336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Picture 2">
            <a:extLst>
              <a:ext uri="{FF2B5EF4-FFF2-40B4-BE49-F238E27FC236}">
                <a16:creationId xmlns:a16="http://schemas.microsoft.com/office/drawing/2014/main" id="{095A5947-3AEA-4A36-71DC-17A384F01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03" name="Picture 3">
            <a:extLst>
              <a:ext uri="{FF2B5EF4-FFF2-40B4-BE49-F238E27FC236}">
                <a16:creationId xmlns:a16="http://schemas.microsoft.com/office/drawing/2014/main" id="{3A1E919F-E201-D730-7C8A-638354D42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505200"/>
            <a:ext cx="20828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04" name="Picture 4">
            <a:extLst>
              <a:ext uri="{FF2B5EF4-FFF2-40B4-BE49-F238E27FC236}">
                <a16:creationId xmlns:a16="http://schemas.microsoft.com/office/drawing/2014/main" id="{57168900-AB6F-A47D-D034-1492F0E38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05" name="Text Box 5">
            <a:extLst>
              <a:ext uri="{FF2B5EF4-FFF2-40B4-BE49-F238E27FC236}">
                <a16:creationId xmlns:a16="http://schemas.microsoft.com/office/drawing/2014/main" id="{20CD0C0C-AC3E-9DF3-8DF7-119105A9F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867400"/>
            <a:ext cx="304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casts shield!</a:t>
            </a:r>
          </a:p>
        </p:txBody>
      </p:sp>
      <p:sp>
        <p:nvSpPr>
          <p:cNvPr id="153606" name="Line 6">
            <a:extLst>
              <a:ext uri="{FF2B5EF4-FFF2-40B4-BE49-F238E27FC236}">
                <a16:creationId xmlns:a16="http://schemas.microsoft.com/office/drawing/2014/main" id="{90CC3EDF-3B02-7FD0-22FA-18FF28B57A2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00800" y="2971800"/>
            <a:ext cx="609600" cy="2819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07" name="Line 7">
            <a:extLst>
              <a:ext uri="{FF2B5EF4-FFF2-40B4-BE49-F238E27FC236}">
                <a16:creationId xmlns:a16="http://schemas.microsoft.com/office/drawing/2014/main" id="{E84E3C7A-DABD-E5E8-82EF-96DE911AEC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3400" y="2819400"/>
            <a:ext cx="533400" cy="2971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08" name="Line 8">
            <a:extLst>
              <a:ext uri="{FF2B5EF4-FFF2-40B4-BE49-F238E27FC236}">
                <a16:creationId xmlns:a16="http://schemas.microsoft.com/office/drawing/2014/main" id="{C7FBB798-2323-0B10-6610-24534C83E4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2819400"/>
            <a:ext cx="304800" cy="3048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09" name="Text Box 9">
            <a:extLst>
              <a:ext uri="{FF2B5EF4-FFF2-40B4-BE49-F238E27FC236}">
                <a16:creationId xmlns:a16="http://schemas.microsoft.com/office/drawing/2014/main" id="{3AB15533-9E5B-4B25-43F5-644D411A8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153610" name="Text Box 10">
            <a:extLst>
              <a:ext uri="{FF2B5EF4-FFF2-40B4-BE49-F238E27FC236}">
                <a16:creationId xmlns:a16="http://schemas.microsoft.com/office/drawing/2014/main" id="{B7EE974B-1DC9-854A-5038-283634598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1722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Defense raised by 20%!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5" grpId="0"/>
      <p:bldP spid="153610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2">
            <a:extLst>
              <a:ext uri="{FF2B5EF4-FFF2-40B4-BE49-F238E27FC236}">
                <a16:creationId xmlns:a16="http://schemas.microsoft.com/office/drawing/2014/main" id="{06253999-C4F5-EE72-483D-53A6628F7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627" name="Picture 3">
            <a:extLst>
              <a:ext uri="{FF2B5EF4-FFF2-40B4-BE49-F238E27FC236}">
                <a16:creationId xmlns:a16="http://schemas.microsoft.com/office/drawing/2014/main" id="{0C7718C8-837E-AB36-C9ED-0434013E4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628" name="Text Box 4">
            <a:extLst>
              <a:ext uri="{FF2B5EF4-FFF2-40B4-BE49-F238E27FC236}">
                <a16:creationId xmlns:a16="http://schemas.microsoft.com/office/drawing/2014/main" id="{732BD1ED-B472-0DC8-6EEE-215C17634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54629" name="Picture 5">
            <a:extLst>
              <a:ext uri="{FF2B5EF4-FFF2-40B4-BE49-F238E27FC236}">
                <a16:creationId xmlns:a16="http://schemas.microsoft.com/office/drawing/2014/main" id="{F6AC6673-D793-3238-38D4-026DC43B6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631" name="AutoShape 7">
            <a:extLst>
              <a:ext uri="{FF2B5EF4-FFF2-40B4-BE49-F238E27FC236}">
                <a16:creationId xmlns:a16="http://schemas.microsoft.com/office/drawing/2014/main" id="{422F31C9-6696-5AD6-9B0C-43A382A68A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4632" name="Picture 8">
            <a:extLst>
              <a:ext uri="{FF2B5EF4-FFF2-40B4-BE49-F238E27FC236}">
                <a16:creationId xmlns:a16="http://schemas.microsoft.com/office/drawing/2014/main" id="{069E4C43-D1BA-3E96-AC4B-A4F726B35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633" name="Text Box 9">
            <a:extLst>
              <a:ext uri="{FF2B5EF4-FFF2-40B4-BE49-F238E27FC236}">
                <a16:creationId xmlns:a16="http://schemas.microsoft.com/office/drawing/2014/main" id="{D04FFA10-A7EB-E7F3-2598-0C60F73AA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154634" name="Text Box 10">
            <a:extLst>
              <a:ext uri="{FF2B5EF4-FFF2-40B4-BE49-F238E27FC236}">
                <a16:creationId xmlns:a16="http://schemas.microsoft.com/office/drawing/2014/main" id="{BE4D40BD-8546-8A57-8CF0-BA1D6B24A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3" grpId="0"/>
      <p:bldP spid="154634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2">
            <a:extLst>
              <a:ext uri="{FF2B5EF4-FFF2-40B4-BE49-F238E27FC236}">
                <a16:creationId xmlns:a16="http://schemas.microsoft.com/office/drawing/2014/main" id="{4F852831-9DED-1738-241D-5987852F2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675" name="Picture 3">
            <a:extLst>
              <a:ext uri="{FF2B5EF4-FFF2-40B4-BE49-F238E27FC236}">
                <a16:creationId xmlns:a16="http://schemas.microsoft.com/office/drawing/2014/main" id="{48102C11-8D10-ECE6-278B-8AF6BF7C7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505200"/>
            <a:ext cx="20828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676" name="Picture 4">
            <a:extLst>
              <a:ext uri="{FF2B5EF4-FFF2-40B4-BE49-F238E27FC236}">
                <a16:creationId xmlns:a16="http://schemas.microsoft.com/office/drawing/2014/main" id="{926141A3-47EC-CD9E-AA8C-F215BD857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677" name="Text Box 5">
            <a:extLst>
              <a:ext uri="{FF2B5EF4-FFF2-40B4-BE49-F238E27FC236}">
                <a16:creationId xmlns:a16="http://schemas.microsoft.com/office/drawing/2014/main" id="{81642FCA-DAF6-69E3-88E4-365BDF4C4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867400"/>
            <a:ext cx="304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casts shield!</a:t>
            </a:r>
          </a:p>
        </p:txBody>
      </p:sp>
      <p:sp>
        <p:nvSpPr>
          <p:cNvPr id="156678" name="Line 6">
            <a:extLst>
              <a:ext uri="{FF2B5EF4-FFF2-40B4-BE49-F238E27FC236}">
                <a16:creationId xmlns:a16="http://schemas.microsoft.com/office/drawing/2014/main" id="{D4BA90D4-FAB6-195E-FEE7-91470AFE5C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00800" y="2971800"/>
            <a:ext cx="609600" cy="2819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79" name="Line 7">
            <a:extLst>
              <a:ext uri="{FF2B5EF4-FFF2-40B4-BE49-F238E27FC236}">
                <a16:creationId xmlns:a16="http://schemas.microsoft.com/office/drawing/2014/main" id="{A4C7D669-D532-3DBB-7E8F-7ADE955892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3400" y="2819400"/>
            <a:ext cx="533400" cy="2971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0" name="Line 8">
            <a:extLst>
              <a:ext uri="{FF2B5EF4-FFF2-40B4-BE49-F238E27FC236}">
                <a16:creationId xmlns:a16="http://schemas.microsoft.com/office/drawing/2014/main" id="{10BE1EBA-6E7B-75BE-0A8B-57CC700DA0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2819400"/>
            <a:ext cx="304800" cy="3048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1" name="Text Box 9">
            <a:extLst>
              <a:ext uri="{FF2B5EF4-FFF2-40B4-BE49-F238E27FC236}">
                <a16:creationId xmlns:a16="http://schemas.microsoft.com/office/drawing/2014/main" id="{02162B92-CD1F-4AE6-3C6F-0168C5576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156682" name="Text Box 10">
            <a:extLst>
              <a:ext uri="{FF2B5EF4-FFF2-40B4-BE49-F238E27FC236}">
                <a16:creationId xmlns:a16="http://schemas.microsoft.com/office/drawing/2014/main" id="{165B96CD-B579-2E2B-694C-C574BC6DF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1722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Defense raised by 20%!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5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7" grpId="0"/>
      <p:bldP spid="156682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2" name="Picture 2">
            <a:extLst>
              <a:ext uri="{FF2B5EF4-FFF2-40B4-BE49-F238E27FC236}">
                <a16:creationId xmlns:a16="http://schemas.microsoft.com/office/drawing/2014/main" id="{DCC7BC4B-8C4A-7886-52E6-A98313090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723" name="Picture 3">
            <a:extLst>
              <a:ext uri="{FF2B5EF4-FFF2-40B4-BE49-F238E27FC236}">
                <a16:creationId xmlns:a16="http://schemas.microsoft.com/office/drawing/2014/main" id="{4CD6239A-EFE2-3839-1821-429D8410A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724" name="Text Box 4">
            <a:extLst>
              <a:ext uri="{FF2B5EF4-FFF2-40B4-BE49-F238E27FC236}">
                <a16:creationId xmlns:a16="http://schemas.microsoft.com/office/drawing/2014/main" id="{6F6694E4-95F4-F7F0-67A5-D896BCF7A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58725" name="Picture 5">
            <a:extLst>
              <a:ext uri="{FF2B5EF4-FFF2-40B4-BE49-F238E27FC236}">
                <a16:creationId xmlns:a16="http://schemas.microsoft.com/office/drawing/2014/main" id="{E7E824CC-CDDE-DBB3-AEE1-98C283C0E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727" name="AutoShape 7">
            <a:extLst>
              <a:ext uri="{FF2B5EF4-FFF2-40B4-BE49-F238E27FC236}">
                <a16:creationId xmlns:a16="http://schemas.microsoft.com/office/drawing/2014/main" id="{C34405DF-21ED-0F22-5553-C037F013FE9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8728" name="Picture 8">
            <a:extLst>
              <a:ext uri="{FF2B5EF4-FFF2-40B4-BE49-F238E27FC236}">
                <a16:creationId xmlns:a16="http://schemas.microsoft.com/office/drawing/2014/main" id="{127A9E92-D2EF-1484-B5E5-F60028AE3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729" name="Text Box 9">
            <a:extLst>
              <a:ext uri="{FF2B5EF4-FFF2-40B4-BE49-F238E27FC236}">
                <a16:creationId xmlns:a16="http://schemas.microsoft.com/office/drawing/2014/main" id="{162A3781-EBD6-F0DE-D479-86CA8F26B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9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98" name="Picture 2">
            <a:extLst>
              <a:ext uri="{FF2B5EF4-FFF2-40B4-BE49-F238E27FC236}">
                <a16:creationId xmlns:a16="http://schemas.microsoft.com/office/drawing/2014/main" id="{3AF7DC78-691E-23BE-1DD8-41DCA7579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7700" name="Text Box 4">
            <a:extLst>
              <a:ext uri="{FF2B5EF4-FFF2-40B4-BE49-F238E27FC236}">
                <a16:creationId xmlns:a16="http://schemas.microsoft.com/office/drawing/2014/main" id="{ACF616FB-C637-899F-0D14-621EA7454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157702" name="Text Box 6">
            <a:extLst>
              <a:ext uri="{FF2B5EF4-FFF2-40B4-BE49-F238E27FC236}">
                <a16:creationId xmlns:a16="http://schemas.microsoft.com/office/drawing/2014/main" id="{5D0DCCDA-E10F-9DF7-CB77-05D84861A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10</a:t>
            </a:r>
          </a:p>
        </p:txBody>
      </p:sp>
      <p:sp>
        <p:nvSpPr>
          <p:cNvPr id="157703" name="Text Box 7">
            <a:extLst>
              <a:ext uri="{FF2B5EF4-FFF2-40B4-BE49-F238E27FC236}">
                <a16:creationId xmlns:a16="http://schemas.microsoft.com/office/drawing/2014/main" id="{819B331C-2828-053B-81EF-71C113E15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90600"/>
            <a:ext cx="6858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00%</a:t>
            </a:r>
          </a:p>
        </p:txBody>
      </p:sp>
    </p:spTree>
  </p:cSld>
  <p:clrMapOvr>
    <a:masterClrMapping/>
  </p:clrMapOvr>
  <p:transition advClick="0"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6" name="Picture 2">
            <a:extLst>
              <a:ext uri="{FF2B5EF4-FFF2-40B4-BE49-F238E27FC236}">
                <a16:creationId xmlns:a16="http://schemas.microsoft.com/office/drawing/2014/main" id="{91900966-4311-5391-9251-34D6EB9B8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747" name="Picture 3">
            <a:extLst>
              <a:ext uri="{FF2B5EF4-FFF2-40B4-BE49-F238E27FC236}">
                <a16:creationId xmlns:a16="http://schemas.microsoft.com/office/drawing/2014/main" id="{E6391DAF-5A45-C480-AAD1-754755398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9748" name="Text Box 4">
            <a:extLst>
              <a:ext uri="{FF2B5EF4-FFF2-40B4-BE49-F238E27FC236}">
                <a16:creationId xmlns:a16="http://schemas.microsoft.com/office/drawing/2014/main" id="{6BB7067F-4635-4210-0CBA-266E98A0D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59749" name="Picture 5">
            <a:extLst>
              <a:ext uri="{FF2B5EF4-FFF2-40B4-BE49-F238E27FC236}">
                <a16:creationId xmlns:a16="http://schemas.microsoft.com/office/drawing/2014/main" id="{26C13866-C37B-D155-8E13-4DC537E97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750" name="Picture 6">
            <a:extLst>
              <a:ext uri="{FF2B5EF4-FFF2-40B4-BE49-F238E27FC236}">
                <a16:creationId xmlns:a16="http://schemas.microsoft.com/office/drawing/2014/main" id="{1592D4E8-84F7-4C6A-888F-D0083E25C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751" name="Picture 7">
            <a:extLst>
              <a:ext uri="{FF2B5EF4-FFF2-40B4-BE49-F238E27FC236}">
                <a16:creationId xmlns:a16="http://schemas.microsoft.com/office/drawing/2014/main" id="{DB59B441-067A-8D4E-086B-F535A13AC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9753" name="Text Box 9">
            <a:extLst>
              <a:ext uri="{FF2B5EF4-FFF2-40B4-BE49-F238E27FC236}">
                <a16:creationId xmlns:a16="http://schemas.microsoft.com/office/drawing/2014/main" id="{AE568D98-D249-4E8E-9627-595D33901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3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2">
            <a:extLst>
              <a:ext uri="{FF2B5EF4-FFF2-40B4-BE49-F238E27FC236}">
                <a16:creationId xmlns:a16="http://schemas.microsoft.com/office/drawing/2014/main" id="{2D4883AA-55ED-04A4-C819-920897740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771" name="Picture 3">
            <a:extLst>
              <a:ext uri="{FF2B5EF4-FFF2-40B4-BE49-F238E27FC236}">
                <a16:creationId xmlns:a16="http://schemas.microsoft.com/office/drawing/2014/main" id="{80C3A8E5-FB14-03E8-F679-88FD3B6F3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772" name="Text Box 4">
            <a:extLst>
              <a:ext uri="{FF2B5EF4-FFF2-40B4-BE49-F238E27FC236}">
                <a16:creationId xmlns:a16="http://schemas.microsoft.com/office/drawing/2014/main" id="{9535619C-19CA-706E-E63F-C77E3CEDF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60773" name="Picture 5">
            <a:extLst>
              <a:ext uri="{FF2B5EF4-FFF2-40B4-BE49-F238E27FC236}">
                <a16:creationId xmlns:a16="http://schemas.microsoft.com/office/drawing/2014/main" id="{5F1DD053-B794-859D-732D-F5EB39955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775" name="AutoShape 7">
            <a:extLst>
              <a:ext uri="{FF2B5EF4-FFF2-40B4-BE49-F238E27FC236}">
                <a16:creationId xmlns:a16="http://schemas.microsoft.com/office/drawing/2014/main" id="{2C704362-0376-E115-C9EA-3F7F87154C3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60776" name="Picture 8">
            <a:extLst>
              <a:ext uri="{FF2B5EF4-FFF2-40B4-BE49-F238E27FC236}">
                <a16:creationId xmlns:a16="http://schemas.microsoft.com/office/drawing/2014/main" id="{2DD6A79C-82E2-D722-FD65-F9A607640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777" name="Text Box 9">
            <a:extLst>
              <a:ext uri="{FF2B5EF4-FFF2-40B4-BE49-F238E27FC236}">
                <a16:creationId xmlns:a16="http://schemas.microsoft.com/office/drawing/2014/main" id="{697E33FA-E91A-5C61-E04D-647E1D8E7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160778" name="Text Box 10">
            <a:extLst>
              <a:ext uri="{FF2B5EF4-FFF2-40B4-BE49-F238E27FC236}">
                <a16:creationId xmlns:a16="http://schemas.microsoft.com/office/drawing/2014/main" id="{5871E8FC-5826-AE6E-91AA-0E93E0BED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7" grpId="0"/>
      <p:bldP spid="160778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2" name="Picture 2">
            <a:extLst>
              <a:ext uri="{FF2B5EF4-FFF2-40B4-BE49-F238E27FC236}">
                <a16:creationId xmlns:a16="http://schemas.microsoft.com/office/drawing/2014/main" id="{E81D1348-C934-A282-2078-4525DDF29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44" name="Text Box 4">
            <a:extLst>
              <a:ext uri="{FF2B5EF4-FFF2-40B4-BE49-F238E27FC236}">
                <a16:creationId xmlns:a16="http://schemas.microsoft.com/office/drawing/2014/main" id="{CF780A20-C645-6382-7493-9505FB346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163845" name="Text Box 5">
            <a:extLst>
              <a:ext uri="{FF2B5EF4-FFF2-40B4-BE49-F238E27FC236}">
                <a16:creationId xmlns:a16="http://schemas.microsoft.com/office/drawing/2014/main" id="{68190506-2F46-5CFA-075C-D51F4E8D7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163846" name="Text Box 6">
            <a:extLst>
              <a:ext uri="{FF2B5EF4-FFF2-40B4-BE49-F238E27FC236}">
                <a16:creationId xmlns:a16="http://schemas.microsoft.com/office/drawing/2014/main" id="{D3177009-EAF5-C235-5446-2ECC5949B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90600"/>
            <a:ext cx="6858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00%</a:t>
            </a:r>
          </a:p>
        </p:txBody>
      </p:sp>
    </p:spTree>
  </p:cSld>
  <p:clrMapOvr>
    <a:masterClrMapping/>
  </p:clrMapOvr>
  <p:transition advClick="0"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Picture 2">
            <a:extLst>
              <a:ext uri="{FF2B5EF4-FFF2-40B4-BE49-F238E27FC236}">
                <a16:creationId xmlns:a16="http://schemas.microsoft.com/office/drawing/2014/main" id="{DC5F2A6B-1227-5B2E-8014-CC93BED35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867" name="Picture 3">
            <a:extLst>
              <a:ext uri="{FF2B5EF4-FFF2-40B4-BE49-F238E27FC236}">
                <a16:creationId xmlns:a16="http://schemas.microsoft.com/office/drawing/2014/main" id="{0AE9A979-73D5-2427-D4FE-C41A0EFA5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868" name="Text Box 4">
            <a:extLst>
              <a:ext uri="{FF2B5EF4-FFF2-40B4-BE49-F238E27FC236}">
                <a16:creationId xmlns:a16="http://schemas.microsoft.com/office/drawing/2014/main" id="{D3F0A0B0-BCF1-B3C2-6FA3-43837E1E5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64869" name="Picture 5">
            <a:extLst>
              <a:ext uri="{FF2B5EF4-FFF2-40B4-BE49-F238E27FC236}">
                <a16:creationId xmlns:a16="http://schemas.microsoft.com/office/drawing/2014/main" id="{743E4DA2-0D51-B4EA-428F-79BD09528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870" name="Picture 6">
            <a:extLst>
              <a:ext uri="{FF2B5EF4-FFF2-40B4-BE49-F238E27FC236}">
                <a16:creationId xmlns:a16="http://schemas.microsoft.com/office/drawing/2014/main" id="{FCA631E9-79F7-B5FD-3D3E-C6ED8E552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871" name="Picture 7">
            <a:extLst>
              <a:ext uri="{FF2B5EF4-FFF2-40B4-BE49-F238E27FC236}">
                <a16:creationId xmlns:a16="http://schemas.microsoft.com/office/drawing/2014/main" id="{B289D146-147B-BA57-287F-AB917A6FD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873" name="Text Box 9">
            <a:extLst>
              <a:ext uri="{FF2B5EF4-FFF2-40B4-BE49-F238E27FC236}">
                <a16:creationId xmlns:a16="http://schemas.microsoft.com/office/drawing/2014/main" id="{252FECFA-5979-0880-4394-A9ABE2830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  <p:sp>
        <p:nvSpPr>
          <p:cNvPr id="164875" name="Text Box 11">
            <a:extLst>
              <a:ext uri="{FF2B5EF4-FFF2-40B4-BE49-F238E27FC236}">
                <a16:creationId xmlns:a16="http://schemas.microsoft.com/office/drawing/2014/main" id="{A6E6E6FB-E992-3224-558F-ADD3B673D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276600"/>
            <a:ext cx="243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goblin commander!</a:t>
            </a:r>
          </a:p>
        </p:txBody>
      </p:sp>
      <p:sp>
        <p:nvSpPr>
          <p:cNvPr id="164876" name="Text Box 12">
            <a:extLst>
              <a:ext uri="{FF2B5EF4-FFF2-40B4-BE49-F238E27FC236}">
                <a16:creationId xmlns:a16="http://schemas.microsoft.com/office/drawing/2014/main" id="{3ED4FAC8-C0BA-1AC4-6CC4-2CAFF57F9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962400"/>
            <a:ext cx="1828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7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1648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3" grpId="0"/>
      <p:bldP spid="164875" grpId="0"/>
      <p:bldP spid="164876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14" name="Picture 2">
            <a:extLst>
              <a:ext uri="{FF2B5EF4-FFF2-40B4-BE49-F238E27FC236}">
                <a16:creationId xmlns:a16="http://schemas.microsoft.com/office/drawing/2014/main" id="{E5E22124-4317-B940-449B-00B5F717F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916" name="Text Box 4">
            <a:extLst>
              <a:ext uri="{FF2B5EF4-FFF2-40B4-BE49-F238E27FC236}">
                <a16:creationId xmlns:a16="http://schemas.microsoft.com/office/drawing/2014/main" id="{7363D7D9-14A7-50C0-291E-10EBC18B9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166917" name="Text Box 5">
            <a:extLst>
              <a:ext uri="{FF2B5EF4-FFF2-40B4-BE49-F238E27FC236}">
                <a16:creationId xmlns:a16="http://schemas.microsoft.com/office/drawing/2014/main" id="{5CB4F571-1C29-3CFB-2837-788EC5F0F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166918" name="Text Box 6">
            <a:extLst>
              <a:ext uri="{FF2B5EF4-FFF2-40B4-BE49-F238E27FC236}">
                <a16:creationId xmlns:a16="http://schemas.microsoft.com/office/drawing/2014/main" id="{540681CF-01D1-F491-2477-7D1607D29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90600"/>
            <a:ext cx="6858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10%</a:t>
            </a:r>
          </a:p>
        </p:txBody>
      </p:sp>
      <p:sp>
        <p:nvSpPr>
          <p:cNvPr id="166919" name="Text Box 7">
            <a:extLst>
              <a:ext uri="{FF2B5EF4-FFF2-40B4-BE49-F238E27FC236}">
                <a16:creationId xmlns:a16="http://schemas.microsoft.com/office/drawing/2014/main" id="{968774FD-CAA0-86FD-C291-0C32E5253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48200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-magic</a:t>
            </a:r>
            <a:endParaRPr lang="en-US" altLang="en-US"/>
          </a:p>
        </p:txBody>
      </p:sp>
    </p:spTree>
  </p:cSld>
  <p:clrMapOvr>
    <a:masterClrMapping/>
  </p:clrMapOvr>
  <p:transition advClick="0"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94" name="Picture 2">
            <a:extLst>
              <a:ext uri="{FF2B5EF4-FFF2-40B4-BE49-F238E27FC236}">
                <a16:creationId xmlns:a16="http://schemas.microsoft.com/office/drawing/2014/main" id="{8E289A32-EF76-8F04-9A8D-FAE019A0D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795" name="Picture 3">
            <a:extLst>
              <a:ext uri="{FF2B5EF4-FFF2-40B4-BE49-F238E27FC236}">
                <a16:creationId xmlns:a16="http://schemas.microsoft.com/office/drawing/2014/main" id="{4CBC6CD5-3EFD-8A3A-9EC3-453779136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796" name="Text Box 4">
            <a:extLst>
              <a:ext uri="{FF2B5EF4-FFF2-40B4-BE49-F238E27FC236}">
                <a16:creationId xmlns:a16="http://schemas.microsoft.com/office/drawing/2014/main" id="{9E457EA8-4F2F-31AB-BBD4-5264C431B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61797" name="Picture 5">
            <a:extLst>
              <a:ext uri="{FF2B5EF4-FFF2-40B4-BE49-F238E27FC236}">
                <a16:creationId xmlns:a16="http://schemas.microsoft.com/office/drawing/2014/main" id="{6251AEFC-87AB-C34B-7897-02F5FC6CE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798" name="Picture 6">
            <a:extLst>
              <a:ext uri="{FF2B5EF4-FFF2-40B4-BE49-F238E27FC236}">
                <a16:creationId xmlns:a16="http://schemas.microsoft.com/office/drawing/2014/main" id="{BCE79994-C9EF-BA1A-093C-63E3DED4D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799" name="Picture 7">
            <a:extLst>
              <a:ext uri="{FF2B5EF4-FFF2-40B4-BE49-F238E27FC236}">
                <a16:creationId xmlns:a16="http://schemas.microsoft.com/office/drawing/2014/main" id="{7812093F-D053-0C0F-9D5E-F658C900B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801" name="Text Box 9">
            <a:extLst>
              <a:ext uri="{FF2B5EF4-FFF2-40B4-BE49-F238E27FC236}">
                <a16:creationId xmlns:a16="http://schemas.microsoft.com/office/drawing/2014/main" id="{B5F9EAA6-2DC8-F5AE-9973-1FAA2110D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  <p:sp>
        <p:nvSpPr>
          <p:cNvPr id="161802" name="Text Box 10">
            <a:extLst>
              <a:ext uri="{FF2B5EF4-FFF2-40B4-BE49-F238E27FC236}">
                <a16:creationId xmlns:a16="http://schemas.microsoft.com/office/drawing/2014/main" id="{286BE5C1-E989-1905-305C-CA163E2F0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50520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7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1" grpId="0"/>
      <p:bldP spid="161802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38" name="Picture 2">
            <a:extLst>
              <a:ext uri="{FF2B5EF4-FFF2-40B4-BE49-F238E27FC236}">
                <a16:creationId xmlns:a16="http://schemas.microsoft.com/office/drawing/2014/main" id="{4A87A04F-44AC-35EE-3FC2-9E5CC2B94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939" name="Picture 3">
            <a:extLst>
              <a:ext uri="{FF2B5EF4-FFF2-40B4-BE49-F238E27FC236}">
                <a16:creationId xmlns:a16="http://schemas.microsoft.com/office/drawing/2014/main" id="{10744EB5-5CF1-022E-5AAB-56945A2C7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505200"/>
            <a:ext cx="20828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940" name="Picture 4">
            <a:extLst>
              <a:ext uri="{FF2B5EF4-FFF2-40B4-BE49-F238E27FC236}">
                <a16:creationId xmlns:a16="http://schemas.microsoft.com/office/drawing/2014/main" id="{830F20C2-548A-A2D4-6B51-D96C92984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941" name="Text Box 5">
            <a:extLst>
              <a:ext uri="{FF2B5EF4-FFF2-40B4-BE49-F238E27FC236}">
                <a16:creationId xmlns:a16="http://schemas.microsoft.com/office/drawing/2014/main" id="{DB6EDCAE-1E0A-2DFC-5E93-4705AEE25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867400"/>
            <a:ext cx="304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casts shield!</a:t>
            </a:r>
          </a:p>
        </p:txBody>
      </p:sp>
      <p:sp>
        <p:nvSpPr>
          <p:cNvPr id="167942" name="Line 6">
            <a:extLst>
              <a:ext uri="{FF2B5EF4-FFF2-40B4-BE49-F238E27FC236}">
                <a16:creationId xmlns:a16="http://schemas.microsoft.com/office/drawing/2014/main" id="{EED2C5E3-8942-B119-86C3-21A2631826C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00800" y="2971800"/>
            <a:ext cx="609600" cy="2819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943" name="Line 7">
            <a:extLst>
              <a:ext uri="{FF2B5EF4-FFF2-40B4-BE49-F238E27FC236}">
                <a16:creationId xmlns:a16="http://schemas.microsoft.com/office/drawing/2014/main" id="{3F5692FF-02B0-BB21-3965-78BF73D4E8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3400" y="2819400"/>
            <a:ext cx="533400" cy="2971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944" name="Line 8">
            <a:extLst>
              <a:ext uri="{FF2B5EF4-FFF2-40B4-BE49-F238E27FC236}">
                <a16:creationId xmlns:a16="http://schemas.microsoft.com/office/drawing/2014/main" id="{DEC59EED-28F1-0F41-E672-A48FEB29C5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2819400"/>
            <a:ext cx="304800" cy="3048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945" name="Text Box 9">
            <a:extLst>
              <a:ext uri="{FF2B5EF4-FFF2-40B4-BE49-F238E27FC236}">
                <a16:creationId xmlns:a16="http://schemas.microsoft.com/office/drawing/2014/main" id="{17214820-A806-A78E-CEBF-B689D7B08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167946" name="Text Box 10">
            <a:extLst>
              <a:ext uri="{FF2B5EF4-FFF2-40B4-BE49-F238E27FC236}">
                <a16:creationId xmlns:a16="http://schemas.microsoft.com/office/drawing/2014/main" id="{469C6011-39AB-F40A-52F1-655CCB2B0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1722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Defense raised by 20%!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1" grpId="0"/>
      <p:bldP spid="167946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62" name="Picture 2">
            <a:extLst>
              <a:ext uri="{FF2B5EF4-FFF2-40B4-BE49-F238E27FC236}">
                <a16:creationId xmlns:a16="http://schemas.microsoft.com/office/drawing/2014/main" id="{2590AEE9-DDC2-0898-F763-1ACC15A1B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963" name="Picture 3">
            <a:extLst>
              <a:ext uri="{FF2B5EF4-FFF2-40B4-BE49-F238E27FC236}">
                <a16:creationId xmlns:a16="http://schemas.microsoft.com/office/drawing/2014/main" id="{EE8E5C88-DFE6-3A45-7CA8-E18D936C0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964" name="Text Box 4">
            <a:extLst>
              <a:ext uri="{FF2B5EF4-FFF2-40B4-BE49-F238E27FC236}">
                <a16:creationId xmlns:a16="http://schemas.microsoft.com/office/drawing/2014/main" id="{53F86998-7B8B-3CE8-0048-A55AA3A52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68965" name="Picture 5">
            <a:extLst>
              <a:ext uri="{FF2B5EF4-FFF2-40B4-BE49-F238E27FC236}">
                <a16:creationId xmlns:a16="http://schemas.microsoft.com/office/drawing/2014/main" id="{70ABA02A-3544-585D-314E-DC5FC19A7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967" name="AutoShape 7">
            <a:extLst>
              <a:ext uri="{FF2B5EF4-FFF2-40B4-BE49-F238E27FC236}">
                <a16:creationId xmlns:a16="http://schemas.microsoft.com/office/drawing/2014/main" id="{BD2CE1BF-E7C8-AE20-6DEF-46C425B57D4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68968" name="Picture 8">
            <a:extLst>
              <a:ext uri="{FF2B5EF4-FFF2-40B4-BE49-F238E27FC236}">
                <a16:creationId xmlns:a16="http://schemas.microsoft.com/office/drawing/2014/main" id="{C6C15970-530C-26E1-0B4F-0532B6A8F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969" name="Text Box 9">
            <a:extLst>
              <a:ext uri="{FF2B5EF4-FFF2-40B4-BE49-F238E27FC236}">
                <a16:creationId xmlns:a16="http://schemas.microsoft.com/office/drawing/2014/main" id="{7E8C117C-5B0A-BE70-3130-8C6D31C66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168970" name="Text Box 10">
            <a:extLst>
              <a:ext uri="{FF2B5EF4-FFF2-40B4-BE49-F238E27FC236}">
                <a16:creationId xmlns:a16="http://schemas.microsoft.com/office/drawing/2014/main" id="{8807F648-1ACF-E7F2-1A24-D30CC545B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6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9" grpId="0"/>
      <p:bldP spid="168970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10" name="Picture 2">
            <a:extLst>
              <a:ext uri="{FF2B5EF4-FFF2-40B4-BE49-F238E27FC236}">
                <a16:creationId xmlns:a16="http://schemas.microsoft.com/office/drawing/2014/main" id="{3ECCE887-FFD2-305F-70D3-F2A892115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012" name="Text Box 4">
            <a:extLst>
              <a:ext uri="{FF2B5EF4-FFF2-40B4-BE49-F238E27FC236}">
                <a16:creationId xmlns:a16="http://schemas.microsoft.com/office/drawing/2014/main" id="{6937EE6E-E3EF-D54A-9F47-11FDC6F60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171013" name="Text Box 5">
            <a:extLst>
              <a:ext uri="{FF2B5EF4-FFF2-40B4-BE49-F238E27FC236}">
                <a16:creationId xmlns:a16="http://schemas.microsoft.com/office/drawing/2014/main" id="{C1272AA3-1845-F594-3380-42BA592DF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10</a:t>
            </a:r>
          </a:p>
        </p:txBody>
      </p:sp>
      <p:sp>
        <p:nvSpPr>
          <p:cNvPr id="171014" name="Text Box 6">
            <a:extLst>
              <a:ext uri="{FF2B5EF4-FFF2-40B4-BE49-F238E27FC236}">
                <a16:creationId xmlns:a16="http://schemas.microsoft.com/office/drawing/2014/main" id="{1373FA8D-FF5F-6032-C2AC-AEFFDD754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90600"/>
            <a:ext cx="6858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00%</a:t>
            </a:r>
          </a:p>
        </p:txBody>
      </p:sp>
      <p:sp>
        <p:nvSpPr>
          <p:cNvPr id="171015" name="Text Box 7">
            <a:extLst>
              <a:ext uri="{FF2B5EF4-FFF2-40B4-BE49-F238E27FC236}">
                <a16:creationId xmlns:a16="http://schemas.microsoft.com/office/drawing/2014/main" id="{0A30DEF7-9805-F09D-116E-DD37DFE55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482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-limit</a:t>
            </a:r>
            <a:endParaRPr lang="en-US" altLang="en-US"/>
          </a:p>
        </p:txBody>
      </p:sp>
      <p:sp>
        <p:nvSpPr>
          <p:cNvPr id="171016" name="Freeform 8">
            <a:extLst>
              <a:ext uri="{FF2B5EF4-FFF2-40B4-BE49-F238E27FC236}">
                <a16:creationId xmlns:a16="http://schemas.microsoft.com/office/drawing/2014/main" id="{81B26ED4-0593-3B10-1EF4-478BC70D42F9}"/>
              </a:ext>
            </a:extLst>
          </p:cNvPr>
          <p:cNvSpPr>
            <a:spLocks/>
          </p:cNvSpPr>
          <p:nvPr/>
        </p:nvSpPr>
        <p:spPr bwMode="auto">
          <a:xfrm>
            <a:off x="1023938" y="1371600"/>
            <a:ext cx="881062" cy="247650"/>
          </a:xfrm>
          <a:custGeom>
            <a:avLst/>
            <a:gdLst>
              <a:gd name="T0" fmla="*/ 14 w 431"/>
              <a:gd name="T1" fmla="*/ 71 h 170"/>
              <a:gd name="T2" fmla="*/ 32 w 431"/>
              <a:gd name="T3" fmla="*/ 58 h 170"/>
              <a:gd name="T4" fmla="*/ 47 w 431"/>
              <a:gd name="T5" fmla="*/ 34 h 170"/>
              <a:gd name="T6" fmla="*/ 168 w 431"/>
              <a:gd name="T7" fmla="*/ 13 h 170"/>
              <a:gd name="T8" fmla="*/ 350 w 431"/>
              <a:gd name="T9" fmla="*/ 7 h 170"/>
              <a:gd name="T10" fmla="*/ 411 w 431"/>
              <a:gd name="T11" fmla="*/ 17 h 170"/>
              <a:gd name="T12" fmla="*/ 416 w 431"/>
              <a:gd name="T13" fmla="*/ 89 h 170"/>
              <a:gd name="T14" fmla="*/ 414 w 431"/>
              <a:gd name="T15" fmla="*/ 152 h 170"/>
              <a:gd name="T16" fmla="*/ 321 w 431"/>
              <a:gd name="T17" fmla="*/ 154 h 170"/>
              <a:gd name="T18" fmla="*/ 149 w 431"/>
              <a:gd name="T19" fmla="*/ 157 h 170"/>
              <a:gd name="T20" fmla="*/ 78 w 431"/>
              <a:gd name="T21" fmla="*/ 151 h 170"/>
              <a:gd name="T22" fmla="*/ 54 w 431"/>
              <a:gd name="T23" fmla="*/ 134 h 170"/>
              <a:gd name="T24" fmla="*/ 42 w 431"/>
              <a:gd name="T25" fmla="*/ 124 h 170"/>
              <a:gd name="T26" fmla="*/ 29 w 431"/>
              <a:gd name="T27" fmla="*/ 112 h 170"/>
              <a:gd name="T28" fmla="*/ 9 w 431"/>
              <a:gd name="T29" fmla="*/ 92 h 170"/>
              <a:gd name="T30" fmla="*/ 0 w 431"/>
              <a:gd name="T31" fmla="*/ 79 h 170"/>
              <a:gd name="T32" fmla="*/ 12 w 431"/>
              <a:gd name="T33" fmla="*/ 71 h 170"/>
              <a:gd name="T34" fmla="*/ 14 w 431"/>
              <a:gd name="T35" fmla="*/ 71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31" h="170">
                <a:moveTo>
                  <a:pt x="14" y="71"/>
                </a:moveTo>
                <a:cubicBezTo>
                  <a:pt x="19" y="66"/>
                  <a:pt x="26" y="62"/>
                  <a:pt x="32" y="58"/>
                </a:cubicBezTo>
                <a:cubicBezTo>
                  <a:pt x="34" y="47"/>
                  <a:pt x="37" y="40"/>
                  <a:pt x="47" y="34"/>
                </a:cubicBezTo>
                <a:cubicBezTo>
                  <a:pt x="75" y="0"/>
                  <a:pt x="127" y="14"/>
                  <a:pt x="168" y="13"/>
                </a:cubicBezTo>
                <a:cubicBezTo>
                  <a:pt x="227" y="2"/>
                  <a:pt x="290" y="8"/>
                  <a:pt x="350" y="7"/>
                </a:cubicBezTo>
                <a:cubicBezTo>
                  <a:pt x="369" y="8"/>
                  <a:pt x="399" y="1"/>
                  <a:pt x="411" y="17"/>
                </a:cubicBezTo>
                <a:cubicBezTo>
                  <a:pt x="411" y="20"/>
                  <a:pt x="406" y="70"/>
                  <a:pt x="416" y="89"/>
                </a:cubicBezTo>
                <a:cubicBezTo>
                  <a:pt x="415" y="110"/>
                  <a:pt x="431" y="140"/>
                  <a:pt x="414" y="152"/>
                </a:cubicBezTo>
                <a:cubicBezTo>
                  <a:pt x="388" y="170"/>
                  <a:pt x="352" y="153"/>
                  <a:pt x="321" y="154"/>
                </a:cubicBezTo>
                <a:cubicBezTo>
                  <a:pt x="264" y="156"/>
                  <a:pt x="206" y="156"/>
                  <a:pt x="149" y="157"/>
                </a:cubicBezTo>
                <a:cubicBezTo>
                  <a:pt x="124" y="155"/>
                  <a:pt x="103" y="152"/>
                  <a:pt x="78" y="151"/>
                </a:cubicBezTo>
                <a:cubicBezTo>
                  <a:pt x="70" y="145"/>
                  <a:pt x="62" y="138"/>
                  <a:pt x="54" y="134"/>
                </a:cubicBezTo>
                <a:cubicBezTo>
                  <a:pt x="50" y="129"/>
                  <a:pt x="47" y="127"/>
                  <a:pt x="42" y="124"/>
                </a:cubicBezTo>
                <a:cubicBezTo>
                  <a:pt x="38" y="118"/>
                  <a:pt x="36" y="115"/>
                  <a:pt x="29" y="112"/>
                </a:cubicBezTo>
                <a:cubicBezTo>
                  <a:pt x="25" y="105"/>
                  <a:pt x="16" y="96"/>
                  <a:pt x="9" y="92"/>
                </a:cubicBezTo>
                <a:cubicBezTo>
                  <a:pt x="1" y="82"/>
                  <a:pt x="4" y="86"/>
                  <a:pt x="0" y="79"/>
                </a:cubicBezTo>
                <a:cubicBezTo>
                  <a:pt x="3" y="72"/>
                  <a:pt x="6" y="74"/>
                  <a:pt x="12" y="71"/>
                </a:cubicBezTo>
                <a:cubicBezTo>
                  <a:pt x="14" y="66"/>
                  <a:pt x="20" y="52"/>
                  <a:pt x="14" y="71"/>
                </a:cubicBez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4" name="Picture 2">
            <a:extLst>
              <a:ext uri="{FF2B5EF4-FFF2-40B4-BE49-F238E27FC236}">
                <a16:creationId xmlns:a16="http://schemas.microsoft.com/office/drawing/2014/main" id="{15EDFD57-5711-7194-5D18-55BFA6D47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035" name="Picture 3">
            <a:extLst>
              <a:ext uri="{FF2B5EF4-FFF2-40B4-BE49-F238E27FC236}">
                <a16:creationId xmlns:a16="http://schemas.microsoft.com/office/drawing/2014/main" id="{2F5A9590-1115-4F01-5E12-1A00337F4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2036" name="Text Box 4">
            <a:extLst>
              <a:ext uri="{FF2B5EF4-FFF2-40B4-BE49-F238E27FC236}">
                <a16:creationId xmlns:a16="http://schemas.microsoft.com/office/drawing/2014/main" id="{82BD93C1-649F-11CE-8BD8-55A20A129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72037" name="Picture 5">
            <a:extLst>
              <a:ext uri="{FF2B5EF4-FFF2-40B4-BE49-F238E27FC236}">
                <a16:creationId xmlns:a16="http://schemas.microsoft.com/office/drawing/2014/main" id="{99437BF9-D9DD-5EE1-84DF-2237FD08E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971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2039" name="Text Box 7">
            <a:extLst>
              <a:ext uri="{FF2B5EF4-FFF2-40B4-BE49-F238E27FC236}">
                <a16:creationId xmlns:a16="http://schemas.microsoft.com/office/drawing/2014/main" id="{45456602-887E-7495-8DDC-E82082740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438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charges LIMIT!</a:t>
            </a:r>
          </a:p>
        </p:txBody>
      </p:sp>
      <p:sp>
        <p:nvSpPr>
          <p:cNvPr id="172040" name="Line 8">
            <a:extLst>
              <a:ext uri="{FF2B5EF4-FFF2-40B4-BE49-F238E27FC236}">
                <a16:creationId xmlns:a16="http://schemas.microsoft.com/office/drawing/2014/main" id="{91803C71-D217-24FF-0FA1-1A884E7B5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041" name="Line 9">
            <a:extLst>
              <a:ext uri="{FF2B5EF4-FFF2-40B4-BE49-F238E27FC236}">
                <a16:creationId xmlns:a16="http://schemas.microsoft.com/office/drawing/2014/main" id="{2F9D234E-AA46-CD6B-99BB-B1515055A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-4953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042" name="Line 10">
            <a:extLst>
              <a:ext uri="{FF2B5EF4-FFF2-40B4-BE49-F238E27FC236}">
                <a16:creationId xmlns:a16="http://schemas.microsoft.com/office/drawing/2014/main" id="{55AFE231-7168-DD24-61B0-C3D955B4E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043" name="Line 11">
            <a:extLst>
              <a:ext uri="{FF2B5EF4-FFF2-40B4-BE49-F238E27FC236}">
                <a16:creationId xmlns:a16="http://schemas.microsoft.com/office/drawing/2014/main" id="{0A1362F9-1938-A263-CC02-85AA5A77D4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044" name="Line 12">
            <a:extLst>
              <a:ext uri="{FF2B5EF4-FFF2-40B4-BE49-F238E27FC236}">
                <a16:creationId xmlns:a16="http://schemas.microsoft.com/office/drawing/2014/main" id="{0176CA61-440D-A348-6B9F-EAC089821C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045" name="Line 13">
            <a:extLst>
              <a:ext uri="{FF2B5EF4-FFF2-40B4-BE49-F238E27FC236}">
                <a16:creationId xmlns:a16="http://schemas.microsoft.com/office/drawing/2014/main" id="{54547856-7ADA-646D-EF5E-8D88C942AC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046" name="Line 14">
            <a:extLst>
              <a:ext uri="{FF2B5EF4-FFF2-40B4-BE49-F238E27FC236}">
                <a16:creationId xmlns:a16="http://schemas.microsoft.com/office/drawing/2014/main" id="{46B93DBE-5AC8-23B9-67F9-FCFAEE94A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047" name="Line 15">
            <a:extLst>
              <a:ext uri="{FF2B5EF4-FFF2-40B4-BE49-F238E27FC236}">
                <a16:creationId xmlns:a16="http://schemas.microsoft.com/office/drawing/2014/main" id="{FFFFE9B9-521F-2642-7708-37964DC92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-7620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72048" name="Picture 16">
            <a:extLst>
              <a:ext uri="{FF2B5EF4-FFF2-40B4-BE49-F238E27FC236}">
                <a16:creationId xmlns:a16="http://schemas.microsoft.com/office/drawing/2014/main" id="{CE714B44-F4EB-10F5-B444-DB4D95EE0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2971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049" name="Picture 17">
            <a:extLst>
              <a:ext uri="{FF2B5EF4-FFF2-40B4-BE49-F238E27FC236}">
                <a16:creationId xmlns:a16="http://schemas.microsoft.com/office/drawing/2014/main" id="{801DB44F-99EA-6E84-A68A-F275AFC42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39624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050" name="Picture 18">
            <a:extLst>
              <a:ext uri="{FF2B5EF4-FFF2-40B4-BE49-F238E27FC236}">
                <a16:creationId xmlns:a16="http://schemas.microsoft.com/office/drawing/2014/main" id="{B25AE419-0325-4750-AF24-80F639B9B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5600" y="4876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051" name="Picture 19">
            <a:extLst>
              <a:ext uri="{FF2B5EF4-FFF2-40B4-BE49-F238E27FC236}">
                <a16:creationId xmlns:a16="http://schemas.microsoft.com/office/drawing/2014/main" id="{0F73F97F-9A97-D6F2-6ABB-1CF57D222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0800" y="19812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2054" name="Text Box 22">
            <a:extLst>
              <a:ext uri="{FF2B5EF4-FFF2-40B4-BE49-F238E27FC236}">
                <a16:creationId xmlns:a16="http://schemas.microsoft.com/office/drawing/2014/main" id="{E7971721-FC67-2D87-FC20-1E37F613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81940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25 damage!</a:t>
            </a:r>
          </a:p>
        </p:txBody>
      </p:sp>
    </p:spTree>
  </p:cSld>
  <p:clrMapOvr>
    <a:masterClrMapping/>
  </p:clrMapOvr>
  <p:transition advClick="0"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0" dur="1000" fill="hold"/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2" dur="10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27168E-6 L 3.33333E-6 0.8379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89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66 -0.02775 L 0.11666 0.7824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0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8" dur="1000" fill="hold"/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0" dur="1000" fill="hold"/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2" dur="1000" fill="hold"/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4" dur="1000" fill="hold"/>
                                        <p:tgtEl>
                                          <p:spTgt spid="1720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17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78594 0.02913 L 0.21927 0.02913 " pathEditMode="relative" ptsTypes="AA">
                                      <p:cBhvr>
                                        <p:cTn id="27" dur="500" fill="hold"/>
                                        <p:tgtEl>
                                          <p:spTgt spid="1720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17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7761 -0.04856 L 0.31094 -0.0485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720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17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3073 -0.11515 L 0.26406 -0.11515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17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17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724 0.07353 L 0.20573 0.07353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720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17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9" grpId="0"/>
      <p:bldP spid="172054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58" name="Picture 2">
            <a:extLst>
              <a:ext uri="{FF2B5EF4-FFF2-40B4-BE49-F238E27FC236}">
                <a16:creationId xmlns:a16="http://schemas.microsoft.com/office/drawing/2014/main" id="{4F528C46-6EFB-8EF9-5D54-7F295DD9F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059" name="Picture 3">
            <a:extLst>
              <a:ext uri="{FF2B5EF4-FFF2-40B4-BE49-F238E27FC236}">
                <a16:creationId xmlns:a16="http://schemas.microsoft.com/office/drawing/2014/main" id="{507326BD-4C82-3F02-7912-20CF641EB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3060" name="Text Box 4">
            <a:extLst>
              <a:ext uri="{FF2B5EF4-FFF2-40B4-BE49-F238E27FC236}">
                <a16:creationId xmlns:a16="http://schemas.microsoft.com/office/drawing/2014/main" id="{BF66491E-EA25-EB7F-29A5-2D07116E2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73061" name="Picture 5">
            <a:extLst>
              <a:ext uri="{FF2B5EF4-FFF2-40B4-BE49-F238E27FC236}">
                <a16:creationId xmlns:a16="http://schemas.microsoft.com/office/drawing/2014/main" id="{2DC06C07-888E-C765-C284-B81908148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3063" name="AutoShape 7">
            <a:extLst>
              <a:ext uri="{FF2B5EF4-FFF2-40B4-BE49-F238E27FC236}">
                <a16:creationId xmlns:a16="http://schemas.microsoft.com/office/drawing/2014/main" id="{67F28315-0701-3AE8-D453-220C586E94F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73064" name="Picture 8">
            <a:extLst>
              <a:ext uri="{FF2B5EF4-FFF2-40B4-BE49-F238E27FC236}">
                <a16:creationId xmlns:a16="http://schemas.microsoft.com/office/drawing/2014/main" id="{C33D5ED8-F535-B8F9-A5DE-5A0CCCABB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3065" name="Text Box 9">
            <a:extLst>
              <a:ext uri="{FF2B5EF4-FFF2-40B4-BE49-F238E27FC236}">
                <a16:creationId xmlns:a16="http://schemas.microsoft.com/office/drawing/2014/main" id="{5C65A3FC-F947-F8CB-9EE9-63249B588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173066" name="Text Box 10">
            <a:extLst>
              <a:ext uri="{FF2B5EF4-FFF2-40B4-BE49-F238E27FC236}">
                <a16:creationId xmlns:a16="http://schemas.microsoft.com/office/drawing/2014/main" id="{5936A27A-7D7F-8E60-8FD2-9DDC35CA9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5" grpId="0"/>
      <p:bldP spid="173066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/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82" name="Picture 2">
            <a:extLst>
              <a:ext uri="{FF2B5EF4-FFF2-40B4-BE49-F238E27FC236}">
                <a16:creationId xmlns:a16="http://schemas.microsoft.com/office/drawing/2014/main" id="{29D982AA-E490-FCF9-194D-DD62ABB1B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083" name="Picture 3">
            <a:extLst>
              <a:ext uri="{FF2B5EF4-FFF2-40B4-BE49-F238E27FC236}">
                <a16:creationId xmlns:a16="http://schemas.microsoft.com/office/drawing/2014/main" id="{BCEA1E88-0C05-BCCB-3AD9-1265A39BD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084" name="Text Box 4">
            <a:extLst>
              <a:ext uri="{FF2B5EF4-FFF2-40B4-BE49-F238E27FC236}">
                <a16:creationId xmlns:a16="http://schemas.microsoft.com/office/drawing/2014/main" id="{8F8BC4FB-9EA8-51CF-B159-6165BE8E8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74085" name="Picture 5">
            <a:extLst>
              <a:ext uri="{FF2B5EF4-FFF2-40B4-BE49-F238E27FC236}">
                <a16:creationId xmlns:a16="http://schemas.microsoft.com/office/drawing/2014/main" id="{9AD359B6-FC81-4CE2-79AA-DF9F0387F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971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087" name="Text Box 7">
            <a:extLst>
              <a:ext uri="{FF2B5EF4-FFF2-40B4-BE49-F238E27FC236}">
                <a16:creationId xmlns:a16="http://schemas.microsoft.com/office/drawing/2014/main" id="{F0F59238-C264-852F-F442-51F12A713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438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charges LIMIT!</a:t>
            </a:r>
          </a:p>
        </p:txBody>
      </p:sp>
      <p:sp>
        <p:nvSpPr>
          <p:cNvPr id="174088" name="Line 8">
            <a:extLst>
              <a:ext uri="{FF2B5EF4-FFF2-40B4-BE49-F238E27FC236}">
                <a16:creationId xmlns:a16="http://schemas.microsoft.com/office/drawing/2014/main" id="{BD30B6F4-338B-344A-6139-9D49D3BD4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9" name="Line 9">
            <a:extLst>
              <a:ext uri="{FF2B5EF4-FFF2-40B4-BE49-F238E27FC236}">
                <a16:creationId xmlns:a16="http://schemas.microsoft.com/office/drawing/2014/main" id="{4B88BCD0-2C2F-F6BF-DA78-4F0A2FA32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-4953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0" name="Line 10">
            <a:extLst>
              <a:ext uri="{FF2B5EF4-FFF2-40B4-BE49-F238E27FC236}">
                <a16:creationId xmlns:a16="http://schemas.microsoft.com/office/drawing/2014/main" id="{03404744-5073-D8BB-1B1F-0A71FE5B7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1" name="Line 11">
            <a:extLst>
              <a:ext uri="{FF2B5EF4-FFF2-40B4-BE49-F238E27FC236}">
                <a16:creationId xmlns:a16="http://schemas.microsoft.com/office/drawing/2014/main" id="{74903F87-C89E-1025-DCD0-270B2A6C9E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2" name="Line 12">
            <a:extLst>
              <a:ext uri="{FF2B5EF4-FFF2-40B4-BE49-F238E27FC236}">
                <a16:creationId xmlns:a16="http://schemas.microsoft.com/office/drawing/2014/main" id="{91123F28-AA2D-01CA-D3F3-58DBE0ABB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3" name="Line 13">
            <a:extLst>
              <a:ext uri="{FF2B5EF4-FFF2-40B4-BE49-F238E27FC236}">
                <a16:creationId xmlns:a16="http://schemas.microsoft.com/office/drawing/2014/main" id="{43391C04-D2BA-A454-A218-75057E860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4" name="Line 14">
            <a:extLst>
              <a:ext uri="{FF2B5EF4-FFF2-40B4-BE49-F238E27FC236}">
                <a16:creationId xmlns:a16="http://schemas.microsoft.com/office/drawing/2014/main" id="{3A10833D-5A07-F7D5-5449-3C33C06C0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5" name="Line 15">
            <a:extLst>
              <a:ext uri="{FF2B5EF4-FFF2-40B4-BE49-F238E27FC236}">
                <a16:creationId xmlns:a16="http://schemas.microsoft.com/office/drawing/2014/main" id="{3F4EE675-1A41-FEDD-2E42-17F4B25C8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-7620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74096" name="Picture 16">
            <a:extLst>
              <a:ext uri="{FF2B5EF4-FFF2-40B4-BE49-F238E27FC236}">
                <a16:creationId xmlns:a16="http://schemas.microsoft.com/office/drawing/2014/main" id="{2E51C43A-C00A-C077-E944-6B9E3D91B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2971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097" name="Picture 17">
            <a:extLst>
              <a:ext uri="{FF2B5EF4-FFF2-40B4-BE49-F238E27FC236}">
                <a16:creationId xmlns:a16="http://schemas.microsoft.com/office/drawing/2014/main" id="{C78A471C-7DE1-8DE0-BCEB-26D2CE71B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39624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098" name="Picture 18">
            <a:extLst>
              <a:ext uri="{FF2B5EF4-FFF2-40B4-BE49-F238E27FC236}">
                <a16:creationId xmlns:a16="http://schemas.microsoft.com/office/drawing/2014/main" id="{B3A0F207-CCE6-EC27-14FE-0E178C93C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5600" y="4876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099" name="Picture 19">
            <a:extLst>
              <a:ext uri="{FF2B5EF4-FFF2-40B4-BE49-F238E27FC236}">
                <a16:creationId xmlns:a16="http://schemas.microsoft.com/office/drawing/2014/main" id="{1670305C-EFA0-8D1E-22F6-896F44D39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0800" y="19812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0" name="Text Box 20">
            <a:extLst>
              <a:ext uri="{FF2B5EF4-FFF2-40B4-BE49-F238E27FC236}">
                <a16:creationId xmlns:a16="http://schemas.microsoft.com/office/drawing/2014/main" id="{D7F2E4B3-0F20-68DE-5E12-163B06B9E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81940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25 damage!</a:t>
            </a:r>
          </a:p>
        </p:txBody>
      </p:sp>
    </p:spTree>
  </p:cSld>
  <p:clrMapOvr>
    <a:masterClrMapping/>
  </p:clrMapOvr>
  <p:transition advClick="0"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0" dur="1000" fill="hold"/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2" dur="1000" fill="hold"/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27168E-6 L 3.33333E-6 0.8379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89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66 -0.02775 L 0.11666 0.7824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0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8" dur="1000" fill="hold"/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0" dur="1000" fill="hold"/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2" dur="1000" fill="hold"/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4" dur="1000" fill="hold"/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78594 0.02913 L 0.21927 0.02913 " pathEditMode="relative" ptsTypes="AA">
                                      <p:cBhvr>
                                        <p:cTn id="27" dur="500" fill="hold"/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7761 -0.04856 L 0.31094 -0.0485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3073 -0.11515 L 0.26406 -0.11515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724 0.07353 L 0.20573 0.07353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7" grpId="0"/>
      <p:bldP spid="174100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0" name="Picture 2">
            <a:extLst>
              <a:ext uri="{FF2B5EF4-FFF2-40B4-BE49-F238E27FC236}">
                <a16:creationId xmlns:a16="http://schemas.microsoft.com/office/drawing/2014/main" id="{E44F1AE9-6AC9-C0FF-4B0A-0725AD819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131" name="Picture 3">
            <a:extLst>
              <a:ext uri="{FF2B5EF4-FFF2-40B4-BE49-F238E27FC236}">
                <a16:creationId xmlns:a16="http://schemas.microsoft.com/office/drawing/2014/main" id="{7D711287-125C-EE37-08C2-C2414FEC3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32" name="Text Box 4">
            <a:extLst>
              <a:ext uri="{FF2B5EF4-FFF2-40B4-BE49-F238E27FC236}">
                <a16:creationId xmlns:a16="http://schemas.microsoft.com/office/drawing/2014/main" id="{4836B88A-44B4-8D25-1A06-6A86D5ACC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76133" name="Picture 5">
            <a:extLst>
              <a:ext uri="{FF2B5EF4-FFF2-40B4-BE49-F238E27FC236}">
                <a16:creationId xmlns:a16="http://schemas.microsoft.com/office/drawing/2014/main" id="{B6CA7242-6760-D04C-D136-ABD494FA5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35" name="AutoShape 7">
            <a:extLst>
              <a:ext uri="{FF2B5EF4-FFF2-40B4-BE49-F238E27FC236}">
                <a16:creationId xmlns:a16="http://schemas.microsoft.com/office/drawing/2014/main" id="{57711592-D8D9-FE34-FE13-19FCBCCF4AB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76136" name="Picture 8">
            <a:extLst>
              <a:ext uri="{FF2B5EF4-FFF2-40B4-BE49-F238E27FC236}">
                <a16:creationId xmlns:a16="http://schemas.microsoft.com/office/drawing/2014/main" id="{11F07570-DCF9-DFBD-8F76-206BC533A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37" name="Text Box 9">
            <a:extLst>
              <a:ext uri="{FF2B5EF4-FFF2-40B4-BE49-F238E27FC236}">
                <a16:creationId xmlns:a16="http://schemas.microsoft.com/office/drawing/2014/main" id="{DDC35C22-31F9-5DD0-4A71-786271025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176138" name="Text Box 10">
            <a:extLst>
              <a:ext uri="{FF2B5EF4-FFF2-40B4-BE49-F238E27FC236}">
                <a16:creationId xmlns:a16="http://schemas.microsoft.com/office/drawing/2014/main" id="{094BEAB4-A733-EBBF-20DB-E88A2C701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7" grpId="0"/>
      <p:bldP spid="176138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Text Box 4">
            <a:extLst>
              <a:ext uri="{FF2B5EF4-FFF2-40B4-BE49-F238E27FC236}">
                <a16:creationId xmlns:a16="http://schemas.microsoft.com/office/drawing/2014/main" id="{E8C1102E-D733-363B-08E9-BBB7B4F53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600200"/>
            <a:ext cx="609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Magic’ed battle.</a:t>
            </a:r>
          </a:p>
        </p:txBody>
      </p:sp>
    </p:spTree>
  </p:cSld>
  <p:clrMapOvr>
    <a:masterClrMapping/>
  </p:clrMapOvr>
  <p:transition advClick="0"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202" name="Picture 2">
            <a:extLst>
              <a:ext uri="{FF2B5EF4-FFF2-40B4-BE49-F238E27FC236}">
                <a16:creationId xmlns:a16="http://schemas.microsoft.com/office/drawing/2014/main" id="{9F1082E0-EEB9-0002-B8D6-5F13653DB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203" name="Picture 3">
            <a:extLst>
              <a:ext uri="{FF2B5EF4-FFF2-40B4-BE49-F238E27FC236}">
                <a16:creationId xmlns:a16="http://schemas.microsoft.com/office/drawing/2014/main" id="{F1349EA1-1BDF-A641-2222-ED454D3A4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9204" name="Text Box 4">
            <a:extLst>
              <a:ext uri="{FF2B5EF4-FFF2-40B4-BE49-F238E27FC236}">
                <a16:creationId xmlns:a16="http://schemas.microsoft.com/office/drawing/2014/main" id="{DDDB473C-41EB-F911-EC9B-5C5A4890E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79205" name="Picture 5">
            <a:extLst>
              <a:ext uri="{FF2B5EF4-FFF2-40B4-BE49-F238E27FC236}">
                <a16:creationId xmlns:a16="http://schemas.microsoft.com/office/drawing/2014/main" id="{8247AAC8-484E-7768-EE40-9D3AE0375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9206" name="AutoShape 6">
            <a:extLst>
              <a:ext uri="{FF2B5EF4-FFF2-40B4-BE49-F238E27FC236}">
                <a16:creationId xmlns:a16="http://schemas.microsoft.com/office/drawing/2014/main" id="{FA37ED75-0691-BEB6-8F8E-2B3B62E797F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79207" name="Picture 7">
            <a:extLst>
              <a:ext uri="{FF2B5EF4-FFF2-40B4-BE49-F238E27FC236}">
                <a16:creationId xmlns:a16="http://schemas.microsoft.com/office/drawing/2014/main" id="{C2A46E58-6132-AC63-2420-BB49A85B7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9208" name="Text Box 8">
            <a:extLst>
              <a:ext uri="{FF2B5EF4-FFF2-40B4-BE49-F238E27FC236}">
                <a16:creationId xmlns:a16="http://schemas.microsoft.com/office/drawing/2014/main" id="{D07ED400-619F-EF7E-F427-CDE33F0B4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4 damage!</a:t>
            </a:r>
          </a:p>
        </p:txBody>
      </p:sp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8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226" name="Picture 2">
            <a:extLst>
              <a:ext uri="{FF2B5EF4-FFF2-40B4-BE49-F238E27FC236}">
                <a16:creationId xmlns:a16="http://schemas.microsoft.com/office/drawing/2014/main" id="{D2001C30-5D5A-6C4C-37CB-40C770934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0227" name="Text Box 3">
            <a:extLst>
              <a:ext uri="{FF2B5EF4-FFF2-40B4-BE49-F238E27FC236}">
                <a16:creationId xmlns:a16="http://schemas.microsoft.com/office/drawing/2014/main" id="{CB7C99D6-E42D-C6D2-C006-A3BF97461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180228" name="Text Box 4">
            <a:extLst>
              <a:ext uri="{FF2B5EF4-FFF2-40B4-BE49-F238E27FC236}">
                <a16:creationId xmlns:a16="http://schemas.microsoft.com/office/drawing/2014/main" id="{D61587E2-F75B-6074-BCA4-7E3615D2C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482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-</a:t>
            </a:r>
            <a:r>
              <a:rPr lang="en-US" altLang="en-US">
                <a:hlinkClick r:id="rId4" action="ppaction://hlinksldjump"/>
              </a:rPr>
              <a:t>limit</a:t>
            </a:r>
            <a:endParaRPr lang="en-US" altLang="en-US"/>
          </a:p>
        </p:txBody>
      </p:sp>
      <p:sp>
        <p:nvSpPr>
          <p:cNvPr id="180230" name="Text Box 6">
            <a:extLst>
              <a:ext uri="{FF2B5EF4-FFF2-40B4-BE49-F238E27FC236}">
                <a16:creationId xmlns:a16="http://schemas.microsoft.com/office/drawing/2014/main" id="{70A0F237-94B2-9907-67CA-865E3B0E6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31</a:t>
            </a:r>
          </a:p>
        </p:txBody>
      </p:sp>
      <p:sp>
        <p:nvSpPr>
          <p:cNvPr id="180232" name="Text Box 8">
            <a:extLst>
              <a:ext uri="{FF2B5EF4-FFF2-40B4-BE49-F238E27FC236}">
                <a16:creationId xmlns:a16="http://schemas.microsoft.com/office/drawing/2014/main" id="{1201A92F-1F78-6C81-E314-D71C58B1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562600"/>
            <a:ext cx="403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Round2.aftermagic</a:t>
            </a:r>
          </a:p>
        </p:txBody>
      </p:sp>
      <p:sp>
        <p:nvSpPr>
          <p:cNvPr id="180233" name="Text Box 9">
            <a:extLst>
              <a:ext uri="{FF2B5EF4-FFF2-40B4-BE49-F238E27FC236}">
                <a16:creationId xmlns:a16="http://schemas.microsoft.com/office/drawing/2014/main" id="{8AF2DE11-B558-A724-0AF2-210B87127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14400"/>
            <a:ext cx="838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00%</a:t>
            </a:r>
          </a:p>
        </p:txBody>
      </p:sp>
    </p:spTree>
  </p:cSld>
  <p:clrMapOvr>
    <a:masterClrMapping/>
  </p:clrMapOvr>
  <p:transition advClick="0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98" name="Picture 2">
            <a:extLst>
              <a:ext uri="{FF2B5EF4-FFF2-40B4-BE49-F238E27FC236}">
                <a16:creationId xmlns:a16="http://schemas.microsoft.com/office/drawing/2014/main" id="{C0E8BA65-D68F-4206-2F89-A2FA6051B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299" name="Picture 3">
            <a:extLst>
              <a:ext uri="{FF2B5EF4-FFF2-40B4-BE49-F238E27FC236}">
                <a16:creationId xmlns:a16="http://schemas.microsoft.com/office/drawing/2014/main" id="{1F146090-91B8-B89C-4C1C-F5055CBD6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3300" name="Text Box 4">
            <a:extLst>
              <a:ext uri="{FF2B5EF4-FFF2-40B4-BE49-F238E27FC236}">
                <a16:creationId xmlns:a16="http://schemas.microsoft.com/office/drawing/2014/main" id="{E088FAE1-923D-8BAE-7C8B-F0C2F1A20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83301" name="Picture 5">
            <a:extLst>
              <a:ext uri="{FF2B5EF4-FFF2-40B4-BE49-F238E27FC236}">
                <a16:creationId xmlns:a16="http://schemas.microsoft.com/office/drawing/2014/main" id="{FFFA7E10-6E05-29F7-FDEA-CD99DDDE5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302" name="Picture 6">
            <a:extLst>
              <a:ext uri="{FF2B5EF4-FFF2-40B4-BE49-F238E27FC236}">
                <a16:creationId xmlns:a16="http://schemas.microsoft.com/office/drawing/2014/main" id="{019CCB92-C0B6-7741-96EB-4FA4C7EA9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303" name="Picture 7">
            <a:extLst>
              <a:ext uri="{FF2B5EF4-FFF2-40B4-BE49-F238E27FC236}">
                <a16:creationId xmlns:a16="http://schemas.microsoft.com/office/drawing/2014/main" id="{3ED3164C-5DDA-B24D-86D6-71FDAE739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3304" name="Text Box 8">
            <a:extLst>
              <a:ext uri="{FF2B5EF4-FFF2-40B4-BE49-F238E27FC236}">
                <a16:creationId xmlns:a16="http://schemas.microsoft.com/office/drawing/2014/main" id="{89BCABCC-E311-39FE-325B-5FDE9534C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4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2" name="Picture 2">
            <a:extLst>
              <a:ext uri="{FF2B5EF4-FFF2-40B4-BE49-F238E27FC236}">
                <a16:creationId xmlns:a16="http://schemas.microsoft.com/office/drawing/2014/main" id="{13B2808E-A12C-3466-D6C2-6A8DE7E35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23" name="Picture 3">
            <a:extLst>
              <a:ext uri="{FF2B5EF4-FFF2-40B4-BE49-F238E27FC236}">
                <a16:creationId xmlns:a16="http://schemas.microsoft.com/office/drawing/2014/main" id="{7E54EF60-02F6-1053-17FA-29A4F6543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24" name="Text Box 4">
            <a:extLst>
              <a:ext uri="{FF2B5EF4-FFF2-40B4-BE49-F238E27FC236}">
                <a16:creationId xmlns:a16="http://schemas.microsoft.com/office/drawing/2014/main" id="{BFB8110B-B902-02B3-D186-F4A09B4EE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84325" name="Picture 5">
            <a:extLst>
              <a:ext uri="{FF2B5EF4-FFF2-40B4-BE49-F238E27FC236}">
                <a16:creationId xmlns:a16="http://schemas.microsoft.com/office/drawing/2014/main" id="{BF1E5BCE-56C2-D7A4-87D7-DF74F9244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26" name="AutoShape 6">
            <a:extLst>
              <a:ext uri="{FF2B5EF4-FFF2-40B4-BE49-F238E27FC236}">
                <a16:creationId xmlns:a16="http://schemas.microsoft.com/office/drawing/2014/main" id="{84CA3E55-D758-9634-1250-97ABD4CAE82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84327" name="Picture 7">
            <a:extLst>
              <a:ext uri="{FF2B5EF4-FFF2-40B4-BE49-F238E27FC236}">
                <a16:creationId xmlns:a16="http://schemas.microsoft.com/office/drawing/2014/main" id="{6539298E-17E6-AEB5-1650-1D1598186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28" name="Text Box 8">
            <a:extLst>
              <a:ext uri="{FF2B5EF4-FFF2-40B4-BE49-F238E27FC236}">
                <a16:creationId xmlns:a16="http://schemas.microsoft.com/office/drawing/2014/main" id="{71CEBC25-2D0E-377F-C7AB-6A25797B1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184329" name="Text Box 9">
            <a:extLst>
              <a:ext uri="{FF2B5EF4-FFF2-40B4-BE49-F238E27FC236}">
                <a16:creationId xmlns:a16="http://schemas.microsoft.com/office/drawing/2014/main" id="{A91DA354-0C86-2411-ECA5-B920F5C4C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8" grpId="0"/>
      <p:bldP spid="184329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46" name="Picture 2">
            <a:extLst>
              <a:ext uri="{FF2B5EF4-FFF2-40B4-BE49-F238E27FC236}">
                <a16:creationId xmlns:a16="http://schemas.microsoft.com/office/drawing/2014/main" id="{EFD80E4C-2929-4875-DDFC-5FAD39D1B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5347" name="Text Box 3">
            <a:extLst>
              <a:ext uri="{FF2B5EF4-FFF2-40B4-BE49-F238E27FC236}">
                <a16:creationId xmlns:a16="http://schemas.microsoft.com/office/drawing/2014/main" id="{C64FE7E0-DFBA-923F-7A31-68AA451E5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185348" name="Text Box 4">
            <a:extLst>
              <a:ext uri="{FF2B5EF4-FFF2-40B4-BE49-F238E27FC236}">
                <a16:creationId xmlns:a16="http://schemas.microsoft.com/office/drawing/2014/main" id="{F5995FF8-965D-5F8A-3799-D74D81418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482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-limit</a:t>
            </a:r>
            <a:endParaRPr lang="en-US" altLang="en-US"/>
          </a:p>
        </p:txBody>
      </p:sp>
      <p:sp>
        <p:nvSpPr>
          <p:cNvPr id="185349" name="Text Box 5">
            <a:extLst>
              <a:ext uri="{FF2B5EF4-FFF2-40B4-BE49-F238E27FC236}">
                <a16:creationId xmlns:a16="http://schemas.microsoft.com/office/drawing/2014/main" id="{3F1A8B0F-829A-D708-A9CB-1117DD750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21</a:t>
            </a:r>
          </a:p>
        </p:txBody>
      </p:sp>
      <p:sp>
        <p:nvSpPr>
          <p:cNvPr id="185350" name="Freeform 6">
            <a:extLst>
              <a:ext uri="{FF2B5EF4-FFF2-40B4-BE49-F238E27FC236}">
                <a16:creationId xmlns:a16="http://schemas.microsoft.com/office/drawing/2014/main" id="{8F6C72D0-5BAC-6C19-E98C-F74D7D02B368}"/>
              </a:ext>
            </a:extLst>
          </p:cNvPr>
          <p:cNvSpPr>
            <a:spLocks/>
          </p:cNvSpPr>
          <p:nvPr/>
        </p:nvSpPr>
        <p:spPr bwMode="auto">
          <a:xfrm>
            <a:off x="1023938" y="1371600"/>
            <a:ext cx="881062" cy="247650"/>
          </a:xfrm>
          <a:custGeom>
            <a:avLst/>
            <a:gdLst>
              <a:gd name="T0" fmla="*/ 14 w 431"/>
              <a:gd name="T1" fmla="*/ 71 h 170"/>
              <a:gd name="T2" fmla="*/ 32 w 431"/>
              <a:gd name="T3" fmla="*/ 58 h 170"/>
              <a:gd name="T4" fmla="*/ 47 w 431"/>
              <a:gd name="T5" fmla="*/ 34 h 170"/>
              <a:gd name="T6" fmla="*/ 168 w 431"/>
              <a:gd name="T7" fmla="*/ 13 h 170"/>
              <a:gd name="T8" fmla="*/ 350 w 431"/>
              <a:gd name="T9" fmla="*/ 7 h 170"/>
              <a:gd name="T10" fmla="*/ 411 w 431"/>
              <a:gd name="T11" fmla="*/ 17 h 170"/>
              <a:gd name="T12" fmla="*/ 416 w 431"/>
              <a:gd name="T13" fmla="*/ 89 h 170"/>
              <a:gd name="T14" fmla="*/ 414 w 431"/>
              <a:gd name="T15" fmla="*/ 152 h 170"/>
              <a:gd name="T16" fmla="*/ 321 w 431"/>
              <a:gd name="T17" fmla="*/ 154 h 170"/>
              <a:gd name="T18" fmla="*/ 149 w 431"/>
              <a:gd name="T19" fmla="*/ 157 h 170"/>
              <a:gd name="T20" fmla="*/ 78 w 431"/>
              <a:gd name="T21" fmla="*/ 151 h 170"/>
              <a:gd name="T22" fmla="*/ 54 w 431"/>
              <a:gd name="T23" fmla="*/ 134 h 170"/>
              <a:gd name="T24" fmla="*/ 42 w 431"/>
              <a:gd name="T25" fmla="*/ 124 h 170"/>
              <a:gd name="T26" fmla="*/ 29 w 431"/>
              <a:gd name="T27" fmla="*/ 112 h 170"/>
              <a:gd name="T28" fmla="*/ 9 w 431"/>
              <a:gd name="T29" fmla="*/ 92 h 170"/>
              <a:gd name="T30" fmla="*/ 0 w 431"/>
              <a:gd name="T31" fmla="*/ 79 h 170"/>
              <a:gd name="T32" fmla="*/ 12 w 431"/>
              <a:gd name="T33" fmla="*/ 71 h 170"/>
              <a:gd name="T34" fmla="*/ 14 w 431"/>
              <a:gd name="T35" fmla="*/ 71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31" h="170">
                <a:moveTo>
                  <a:pt x="14" y="71"/>
                </a:moveTo>
                <a:cubicBezTo>
                  <a:pt x="19" y="66"/>
                  <a:pt x="26" y="62"/>
                  <a:pt x="32" y="58"/>
                </a:cubicBezTo>
                <a:cubicBezTo>
                  <a:pt x="34" y="47"/>
                  <a:pt x="37" y="40"/>
                  <a:pt x="47" y="34"/>
                </a:cubicBezTo>
                <a:cubicBezTo>
                  <a:pt x="75" y="0"/>
                  <a:pt x="127" y="14"/>
                  <a:pt x="168" y="13"/>
                </a:cubicBezTo>
                <a:cubicBezTo>
                  <a:pt x="227" y="2"/>
                  <a:pt x="290" y="8"/>
                  <a:pt x="350" y="7"/>
                </a:cubicBezTo>
                <a:cubicBezTo>
                  <a:pt x="369" y="8"/>
                  <a:pt x="399" y="1"/>
                  <a:pt x="411" y="17"/>
                </a:cubicBezTo>
                <a:cubicBezTo>
                  <a:pt x="411" y="20"/>
                  <a:pt x="406" y="70"/>
                  <a:pt x="416" y="89"/>
                </a:cubicBezTo>
                <a:cubicBezTo>
                  <a:pt x="415" y="110"/>
                  <a:pt x="431" y="140"/>
                  <a:pt x="414" y="152"/>
                </a:cubicBezTo>
                <a:cubicBezTo>
                  <a:pt x="388" y="170"/>
                  <a:pt x="352" y="153"/>
                  <a:pt x="321" y="154"/>
                </a:cubicBezTo>
                <a:cubicBezTo>
                  <a:pt x="264" y="156"/>
                  <a:pt x="206" y="156"/>
                  <a:pt x="149" y="157"/>
                </a:cubicBezTo>
                <a:cubicBezTo>
                  <a:pt x="124" y="155"/>
                  <a:pt x="103" y="152"/>
                  <a:pt x="78" y="151"/>
                </a:cubicBezTo>
                <a:cubicBezTo>
                  <a:pt x="70" y="145"/>
                  <a:pt x="62" y="138"/>
                  <a:pt x="54" y="134"/>
                </a:cubicBezTo>
                <a:cubicBezTo>
                  <a:pt x="50" y="129"/>
                  <a:pt x="47" y="127"/>
                  <a:pt x="42" y="124"/>
                </a:cubicBezTo>
                <a:cubicBezTo>
                  <a:pt x="38" y="118"/>
                  <a:pt x="36" y="115"/>
                  <a:pt x="29" y="112"/>
                </a:cubicBezTo>
                <a:cubicBezTo>
                  <a:pt x="25" y="105"/>
                  <a:pt x="16" y="96"/>
                  <a:pt x="9" y="92"/>
                </a:cubicBezTo>
                <a:cubicBezTo>
                  <a:pt x="1" y="82"/>
                  <a:pt x="4" y="86"/>
                  <a:pt x="0" y="79"/>
                </a:cubicBezTo>
                <a:cubicBezTo>
                  <a:pt x="3" y="72"/>
                  <a:pt x="6" y="74"/>
                  <a:pt x="12" y="71"/>
                </a:cubicBezTo>
                <a:cubicBezTo>
                  <a:pt x="14" y="66"/>
                  <a:pt x="20" y="52"/>
                  <a:pt x="14" y="71"/>
                </a:cubicBez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51" name="Text Box 7">
            <a:extLst>
              <a:ext uri="{FF2B5EF4-FFF2-40B4-BE49-F238E27FC236}">
                <a16:creationId xmlns:a16="http://schemas.microsoft.com/office/drawing/2014/main" id="{939BCAA2-949B-7B6C-7D5B-06CC8D4FC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562600"/>
            <a:ext cx="403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Round3.magic.attack</a:t>
            </a:r>
          </a:p>
        </p:txBody>
      </p:sp>
      <p:sp>
        <p:nvSpPr>
          <p:cNvPr id="185352" name="Text Box 8">
            <a:extLst>
              <a:ext uri="{FF2B5EF4-FFF2-40B4-BE49-F238E27FC236}">
                <a16:creationId xmlns:a16="http://schemas.microsoft.com/office/drawing/2014/main" id="{AA187C3F-D66D-F913-E179-5FD6B0A4C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14400"/>
            <a:ext cx="838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00%</a:t>
            </a:r>
          </a:p>
        </p:txBody>
      </p:sp>
    </p:spTree>
  </p:cSld>
  <p:clrMapOvr>
    <a:masterClrMapping/>
  </p:clrMapOvr>
  <p:transition advClick="0"/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70" name="Picture 2">
            <a:extLst>
              <a:ext uri="{FF2B5EF4-FFF2-40B4-BE49-F238E27FC236}">
                <a16:creationId xmlns:a16="http://schemas.microsoft.com/office/drawing/2014/main" id="{C5B097F1-96AE-0F63-157C-FA3BDA6EA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371" name="Picture 3">
            <a:extLst>
              <a:ext uri="{FF2B5EF4-FFF2-40B4-BE49-F238E27FC236}">
                <a16:creationId xmlns:a16="http://schemas.microsoft.com/office/drawing/2014/main" id="{D5CF651B-5441-0546-D378-D0C3E4EB0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6372" name="Text Box 4">
            <a:extLst>
              <a:ext uri="{FF2B5EF4-FFF2-40B4-BE49-F238E27FC236}">
                <a16:creationId xmlns:a16="http://schemas.microsoft.com/office/drawing/2014/main" id="{2CA21243-91AF-D784-EC54-9AF76A8BA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86373" name="Picture 5">
            <a:extLst>
              <a:ext uri="{FF2B5EF4-FFF2-40B4-BE49-F238E27FC236}">
                <a16:creationId xmlns:a16="http://schemas.microsoft.com/office/drawing/2014/main" id="{FD5EC8E3-DAEB-2D1A-0F3C-A54E4A0A6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374" name="Picture 6">
            <a:extLst>
              <a:ext uri="{FF2B5EF4-FFF2-40B4-BE49-F238E27FC236}">
                <a16:creationId xmlns:a16="http://schemas.microsoft.com/office/drawing/2014/main" id="{E7FCA231-A5E2-FE71-62E9-8C04572D4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375" name="Picture 7">
            <a:extLst>
              <a:ext uri="{FF2B5EF4-FFF2-40B4-BE49-F238E27FC236}">
                <a16:creationId xmlns:a16="http://schemas.microsoft.com/office/drawing/2014/main" id="{5CBA5151-A51A-3C85-BBB1-E4CBFACDE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6376" name="Text Box 8">
            <a:extLst>
              <a:ext uri="{FF2B5EF4-FFF2-40B4-BE49-F238E27FC236}">
                <a16:creationId xmlns:a16="http://schemas.microsoft.com/office/drawing/2014/main" id="{6932BC72-421F-6EA8-E950-7EDD6C198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6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394" name="Picture 2">
            <a:extLst>
              <a:ext uri="{FF2B5EF4-FFF2-40B4-BE49-F238E27FC236}">
                <a16:creationId xmlns:a16="http://schemas.microsoft.com/office/drawing/2014/main" id="{9907037A-D417-080A-EBE1-5CC4451E6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395" name="Picture 3">
            <a:extLst>
              <a:ext uri="{FF2B5EF4-FFF2-40B4-BE49-F238E27FC236}">
                <a16:creationId xmlns:a16="http://schemas.microsoft.com/office/drawing/2014/main" id="{7154B2C6-40D1-8E83-8777-235E5224D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396" name="Text Box 4">
            <a:extLst>
              <a:ext uri="{FF2B5EF4-FFF2-40B4-BE49-F238E27FC236}">
                <a16:creationId xmlns:a16="http://schemas.microsoft.com/office/drawing/2014/main" id="{82DD88FF-6542-6829-83E2-DCC70CA56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87397" name="Picture 5">
            <a:extLst>
              <a:ext uri="{FF2B5EF4-FFF2-40B4-BE49-F238E27FC236}">
                <a16:creationId xmlns:a16="http://schemas.microsoft.com/office/drawing/2014/main" id="{0FD6D112-44D0-7B51-22F3-A9F8D11DE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398" name="AutoShape 6">
            <a:extLst>
              <a:ext uri="{FF2B5EF4-FFF2-40B4-BE49-F238E27FC236}">
                <a16:creationId xmlns:a16="http://schemas.microsoft.com/office/drawing/2014/main" id="{0278DCF1-0327-7A38-7DA2-E58136F2CC5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87399" name="Picture 7">
            <a:extLst>
              <a:ext uri="{FF2B5EF4-FFF2-40B4-BE49-F238E27FC236}">
                <a16:creationId xmlns:a16="http://schemas.microsoft.com/office/drawing/2014/main" id="{C23DC3A6-1071-E9F7-E448-2B14EF2E0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400" name="Text Box 8">
            <a:extLst>
              <a:ext uri="{FF2B5EF4-FFF2-40B4-BE49-F238E27FC236}">
                <a16:creationId xmlns:a16="http://schemas.microsoft.com/office/drawing/2014/main" id="{540B67E5-3121-050B-1D69-40876864A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187401" name="Text Box 9">
            <a:extLst>
              <a:ext uri="{FF2B5EF4-FFF2-40B4-BE49-F238E27FC236}">
                <a16:creationId xmlns:a16="http://schemas.microsoft.com/office/drawing/2014/main" id="{FE8D39B9-FD6D-8D9F-916B-ADE09162D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Click here to continue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0" grpId="0"/>
      <p:bldP spid="187401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418" name="Picture 2">
            <a:extLst>
              <a:ext uri="{FF2B5EF4-FFF2-40B4-BE49-F238E27FC236}">
                <a16:creationId xmlns:a16="http://schemas.microsoft.com/office/drawing/2014/main" id="{FEFC6770-F76F-29E8-1D96-B4ABB6456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8419" name="Text Box 3">
            <a:extLst>
              <a:ext uri="{FF2B5EF4-FFF2-40B4-BE49-F238E27FC236}">
                <a16:creationId xmlns:a16="http://schemas.microsoft.com/office/drawing/2014/main" id="{4F078983-310A-A539-820A-15FBDAE16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-</a:t>
            </a:r>
            <a:r>
              <a:rPr lang="en-US" altLang="en-US">
                <a:hlinkClick r:id="rId3" action="ppaction://hlinksldjump"/>
              </a:rPr>
              <a:t>attack</a:t>
            </a:r>
            <a:endParaRPr lang="en-US" altLang="en-US"/>
          </a:p>
        </p:txBody>
      </p:sp>
      <p:sp>
        <p:nvSpPr>
          <p:cNvPr id="188420" name="Text Box 4">
            <a:extLst>
              <a:ext uri="{FF2B5EF4-FFF2-40B4-BE49-F238E27FC236}">
                <a16:creationId xmlns:a16="http://schemas.microsoft.com/office/drawing/2014/main" id="{4C95F6EC-2C47-C4FB-91A3-F731904C6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482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-limit</a:t>
            </a:r>
            <a:endParaRPr lang="en-US" altLang="en-US"/>
          </a:p>
        </p:txBody>
      </p:sp>
      <p:sp>
        <p:nvSpPr>
          <p:cNvPr id="188421" name="Text Box 5">
            <a:extLst>
              <a:ext uri="{FF2B5EF4-FFF2-40B4-BE49-F238E27FC236}">
                <a16:creationId xmlns:a16="http://schemas.microsoft.com/office/drawing/2014/main" id="{2FE4414F-C7D1-7F1F-AD6A-A7DD053D8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11</a:t>
            </a:r>
          </a:p>
        </p:txBody>
      </p:sp>
      <p:sp>
        <p:nvSpPr>
          <p:cNvPr id="188422" name="Freeform 6">
            <a:extLst>
              <a:ext uri="{FF2B5EF4-FFF2-40B4-BE49-F238E27FC236}">
                <a16:creationId xmlns:a16="http://schemas.microsoft.com/office/drawing/2014/main" id="{40E3F3B7-1B0F-7617-62CA-71E6BD60C8BA}"/>
              </a:ext>
            </a:extLst>
          </p:cNvPr>
          <p:cNvSpPr>
            <a:spLocks/>
          </p:cNvSpPr>
          <p:nvPr/>
        </p:nvSpPr>
        <p:spPr bwMode="auto">
          <a:xfrm>
            <a:off x="1023938" y="1371600"/>
            <a:ext cx="881062" cy="247650"/>
          </a:xfrm>
          <a:custGeom>
            <a:avLst/>
            <a:gdLst>
              <a:gd name="T0" fmla="*/ 14 w 431"/>
              <a:gd name="T1" fmla="*/ 71 h 170"/>
              <a:gd name="T2" fmla="*/ 32 w 431"/>
              <a:gd name="T3" fmla="*/ 58 h 170"/>
              <a:gd name="T4" fmla="*/ 47 w 431"/>
              <a:gd name="T5" fmla="*/ 34 h 170"/>
              <a:gd name="T6" fmla="*/ 168 w 431"/>
              <a:gd name="T7" fmla="*/ 13 h 170"/>
              <a:gd name="T8" fmla="*/ 350 w 431"/>
              <a:gd name="T9" fmla="*/ 7 h 170"/>
              <a:gd name="T10" fmla="*/ 411 w 431"/>
              <a:gd name="T11" fmla="*/ 17 h 170"/>
              <a:gd name="T12" fmla="*/ 416 w 431"/>
              <a:gd name="T13" fmla="*/ 89 h 170"/>
              <a:gd name="T14" fmla="*/ 414 w 431"/>
              <a:gd name="T15" fmla="*/ 152 h 170"/>
              <a:gd name="T16" fmla="*/ 321 w 431"/>
              <a:gd name="T17" fmla="*/ 154 h 170"/>
              <a:gd name="T18" fmla="*/ 149 w 431"/>
              <a:gd name="T19" fmla="*/ 157 h 170"/>
              <a:gd name="T20" fmla="*/ 78 w 431"/>
              <a:gd name="T21" fmla="*/ 151 h 170"/>
              <a:gd name="T22" fmla="*/ 54 w 431"/>
              <a:gd name="T23" fmla="*/ 134 h 170"/>
              <a:gd name="T24" fmla="*/ 42 w 431"/>
              <a:gd name="T25" fmla="*/ 124 h 170"/>
              <a:gd name="T26" fmla="*/ 29 w 431"/>
              <a:gd name="T27" fmla="*/ 112 h 170"/>
              <a:gd name="T28" fmla="*/ 9 w 431"/>
              <a:gd name="T29" fmla="*/ 92 h 170"/>
              <a:gd name="T30" fmla="*/ 0 w 431"/>
              <a:gd name="T31" fmla="*/ 79 h 170"/>
              <a:gd name="T32" fmla="*/ 12 w 431"/>
              <a:gd name="T33" fmla="*/ 71 h 170"/>
              <a:gd name="T34" fmla="*/ 14 w 431"/>
              <a:gd name="T35" fmla="*/ 71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31" h="170">
                <a:moveTo>
                  <a:pt x="14" y="71"/>
                </a:moveTo>
                <a:cubicBezTo>
                  <a:pt x="19" y="66"/>
                  <a:pt x="26" y="62"/>
                  <a:pt x="32" y="58"/>
                </a:cubicBezTo>
                <a:cubicBezTo>
                  <a:pt x="34" y="47"/>
                  <a:pt x="37" y="40"/>
                  <a:pt x="47" y="34"/>
                </a:cubicBezTo>
                <a:cubicBezTo>
                  <a:pt x="75" y="0"/>
                  <a:pt x="127" y="14"/>
                  <a:pt x="168" y="13"/>
                </a:cubicBezTo>
                <a:cubicBezTo>
                  <a:pt x="227" y="2"/>
                  <a:pt x="290" y="8"/>
                  <a:pt x="350" y="7"/>
                </a:cubicBezTo>
                <a:cubicBezTo>
                  <a:pt x="369" y="8"/>
                  <a:pt x="399" y="1"/>
                  <a:pt x="411" y="17"/>
                </a:cubicBezTo>
                <a:cubicBezTo>
                  <a:pt x="411" y="20"/>
                  <a:pt x="406" y="70"/>
                  <a:pt x="416" y="89"/>
                </a:cubicBezTo>
                <a:cubicBezTo>
                  <a:pt x="415" y="110"/>
                  <a:pt x="431" y="140"/>
                  <a:pt x="414" y="152"/>
                </a:cubicBezTo>
                <a:cubicBezTo>
                  <a:pt x="388" y="170"/>
                  <a:pt x="352" y="153"/>
                  <a:pt x="321" y="154"/>
                </a:cubicBezTo>
                <a:cubicBezTo>
                  <a:pt x="264" y="156"/>
                  <a:pt x="206" y="156"/>
                  <a:pt x="149" y="157"/>
                </a:cubicBezTo>
                <a:cubicBezTo>
                  <a:pt x="124" y="155"/>
                  <a:pt x="103" y="152"/>
                  <a:pt x="78" y="151"/>
                </a:cubicBezTo>
                <a:cubicBezTo>
                  <a:pt x="70" y="145"/>
                  <a:pt x="62" y="138"/>
                  <a:pt x="54" y="134"/>
                </a:cubicBezTo>
                <a:cubicBezTo>
                  <a:pt x="50" y="129"/>
                  <a:pt x="47" y="127"/>
                  <a:pt x="42" y="124"/>
                </a:cubicBezTo>
                <a:cubicBezTo>
                  <a:pt x="38" y="118"/>
                  <a:pt x="36" y="115"/>
                  <a:pt x="29" y="112"/>
                </a:cubicBezTo>
                <a:cubicBezTo>
                  <a:pt x="25" y="105"/>
                  <a:pt x="16" y="96"/>
                  <a:pt x="9" y="92"/>
                </a:cubicBezTo>
                <a:cubicBezTo>
                  <a:pt x="1" y="82"/>
                  <a:pt x="4" y="86"/>
                  <a:pt x="0" y="79"/>
                </a:cubicBezTo>
                <a:cubicBezTo>
                  <a:pt x="3" y="72"/>
                  <a:pt x="6" y="74"/>
                  <a:pt x="12" y="71"/>
                </a:cubicBezTo>
                <a:cubicBezTo>
                  <a:pt x="14" y="66"/>
                  <a:pt x="20" y="52"/>
                  <a:pt x="14" y="71"/>
                </a:cubicBez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8423" name="Text Box 7">
            <a:extLst>
              <a:ext uri="{FF2B5EF4-FFF2-40B4-BE49-F238E27FC236}">
                <a16:creationId xmlns:a16="http://schemas.microsoft.com/office/drawing/2014/main" id="{8E5AEC26-BC27-1CA6-9C48-7994B71B9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562600"/>
            <a:ext cx="403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Round4.magic.attack.attack</a:t>
            </a:r>
          </a:p>
        </p:txBody>
      </p:sp>
      <p:sp>
        <p:nvSpPr>
          <p:cNvPr id="188424" name="Text Box 8">
            <a:extLst>
              <a:ext uri="{FF2B5EF4-FFF2-40B4-BE49-F238E27FC236}">
                <a16:creationId xmlns:a16="http://schemas.microsoft.com/office/drawing/2014/main" id="{5960F6BF-D8A7-D3E0-2FB9-0B8A2C459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14400"/>
            <a:ext cx="838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00%</a:t>
            </a:r>
          </a:p>
        </p:txBody>
      </p:sp>
    </p:spTree>
  </p:cSld>
  <p:clrMapOvr>
    <a:masterClrMapping/>
  </p:clrMapOvr>
  <p:transition advClick="0"/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442" name="Picture 2">
            <a:extLst>
              <a:ext uri="{FF2B5EF4-FFF2-40B4-BE49-F238E27FC236}">
                <a16:creationId xmlns:a16="http://schemas.microsoft.com/office/drawing/2014/main" id="{F5596BE8-F0E1-353B-A5F9-FAD7BB469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443" name="Picture 3">
            <a:extLst>
              <a:ext uri="{FF2B5EF4-FFF2-40B4-BE49-F238E27FC236}">
                <a16:creationId xmlns:a16="http://schemas.microsoft.com/office/drawing/2014/main" id="{912514D3-4682-4ABE-F754-4AEB84556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9444" name="Text Box 4">
            <a:extLst>
              <a:ext uri="{FF2B5EF4-FFF2-40B4-BE49-F238E27FC236}">
                <a16:creationId xmlns:a16="http://schemas.microsoft.com/office/drawing/2014/main" id="{F8F1FD1F-0D88-79F8-9EB6-740C64268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89445" name="Picture 5">
            <a:extLst>
              <a:ext uri="{FF2B5EF4-FFF2-40B4-BE49-F238E27FC236}">
                <a16:creationId xmlns:a16="http://schemas.microsoft.com/office/drawing/2014/main" id="{FF6FF6A4-405B-B735-415D-DC9F0570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446" name="Picture 6">
            <a:extLst>
              <a:ext uri="{FF2B5EF4-FFF2-40B4-BE49-F238E27FC236}">
                <a16:creationId xmlns:a16="http://schemas.microsoft.com/office/drawing/2014/main" id="{739F5045-20A2-2A97-2E6D-E05F22356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447" name="Picture 7">
            <a:extLst>
              <a:ext uri="{FF2B5EF4-FFF2-40B4-BE49-F238E27FC236}">
                <a16:creationId xmlns:a16="http://schemas.microsoft.com/office/drawing/2014/main" id="{F259E40E-C567-4CF0-06BD-7BF07526D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9448" name="Text Box 8">
            <a:extLst>
              <a:ext uri="{FF2B5EF4-FFF2-40B4-BE49-F238E27FC236}">
                <a16:creationId xmlns:a16="http://schemas.microsoft.com/office/drawing/2014/main" id="{A76674FA-CE17-434D-5FE3-7C46547E3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8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6" name="Picture 2">
            <a:extLst>
              <a:ext uri="{FF2B5EF4-FFF2-40B4-BE49-F238E27FC236}">
                <a16:creationId xmlns:a16="http://schemas.microsoft.com/office/drawing/2014/main" id="{D8C16DC7-8FEC-F3AB-6B27-CD8560F16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467" name="Picture 3">
            <a:extLst>
              <a:ext uri="{FF2B5EF4-FFF2-40B4-BE49-F238E27FC236}">
                <a16:creationId xmlns:a16="http://schemas.microsoft.com/office/drawing/2014/main" id="{FA4E450B-CE21-4484-1FD9-4E583C59C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0468" name="Text Box 4">
            <a:extLst>
              <a:ext uri="{FF2B5EF4-FFF2-40B4-BE49-F238E27FC236}">
                <a16:creationId xmlns:a16="http://schemas.microsoft.com/office/drawing/2014/main" id="{BE3E972B-3FCB-6C61-C605-E1B8815C2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90469" name="Picture 5">
            <a:extLst>
              <a:ext uri="{FF2B5EF4-FFF2-40B4-BE49-F238E27FC236}">
                <a16:creationId xmlns:a16="http://schemas.microsoft.com/office/drawing/2014/main" id="{0E539A03-0A95-75AC-2103-374515FC4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0470" name="AutoShape 6">
            <a:extLst>
              <a:ext uri="{FF2B5EF4-FFF2-40B4-BE49-F238E27FC236}">
                <a16:creationId xmlns:a16="http://schemas.microsoft.com/office/drawing/2014/main" id="{CDE611FE-DABE-2CBC-68E5-BA04668A963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90471" name="Picture 7">
            <a:extLst>
              <a:ext uri="{FF2B5EF4-FFF2-40B4-BE49-F238E27FC236}">
                <a16:creationId xmlns:a16="http://schemas.microsoft.com/office/drawing/2014/main" id="{2CF49468-AE40-AE85-7950-2521E7EF5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0472" name="Text Box 8">
            <a:extLst>
              <a:ext uri="{FF2B5EF4-FFF2-40B4-BE49-F238E27FC236}">
                <a16:creationId xmlns:a16="http://schemas.microsoft.com/office/drawing/2014/main" id="{1286C0D1-2643-5840-E639-B8043FA67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190473" name="Text Box 9">
            <a:extLst>
              <a:ext uri="{FF2B5EF4-FFF2-40B4-BE49-F238E27FC236}">
                <a16:creationId xmlns:a16="http://schemas.microsoft.com/office/drawing/2014/main" id="{EAB9C091-54A5-122E-B9D7-CF81046CF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Click here to continue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2" grpId="0"/>
      <p:bldP spid="190473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490" name="Picture 2">
            <a:extLst>
              <a:ext uri="{FF2B5EF4-FFF2-40B4-BE49-F238E27FC236}">
                <a16:creationId xmlns:a16="http://schemas.microsoft.com/office/drawing/2014/main" id="{68E5F4BB-ABD6-2919-66CF-BDD1B3BD6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1491" name="Text Box 3">
            <a:extLst>
              <a:ext uri="{FF2B5EF4-FFF2-40B4-BE49-F238E27FC236}">
                <a16:creationId xmlns:a16="http://schemas.microsoft.com/office/drawing/2014/main" id="{7FBFE2F4-C4C6-FF14-FC3D-B4FE0EB48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-</a:t>
            </a:r>
            <a:r>
              <a:rPr lang="en-US" altLang="en-US">
                <a:hlinkClick r:id="rId3" action="ppaction://hlinksldjump"/>
              </a:rPr>
              <a:t>attack</a:t>
            </a:r>
            <a:endParaRPr lang="en-US" altLang="en-US"/>
          </a:p>
        </p:txBody>
      </p:sp>
      <p:sp>
        <p:nvSpPr>
          <p:cNvPr id="191492" name="Text Box 4">
            <a:extLst>
              <a:ext uri="{FF2B5EF4-FFF2-40B4-BE49-F238E27FC236}">
                <a16:creationId xmlns:a16="http://schemas.microsoft.com/office/drawing/2014/main" id="{A33F07BF-A3A2-CC71-9ABC-77F57914C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482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-limit</a:t>
            </a:r>
            <a:endParaRPr lang="en-US" altLang="en-US"/>
          </a:p>
        </p:txBody>
      </p:sp>
      <p:sp>
        <p:nvSpPr>
          <p:cNvPr id="191493" name="Text Box 5">
            <a:extLst>
              <a:ext uri="{FF2B5EF4-FFF2-40B4-BE49-F238E27FC236}">
                <a16:creationId xmlns:a16="http://schemas.microsoft.com/office/drawing/2014/main" id="{CEC762A1-C627-3936-F102-D49289A9B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191494" name="Freeform 6">
            <a:extLst>
              <a:ext uri="{FF2B5EF4-FFF2-40B4-BE49-F238E27FC236}">
                <a16:creationId xmlns:a16="http://schemas.microsoft.com/office/drawing/2014/main" id="{694669DF-AC1E-4110-4C5E-AFBCB35A7F3F}"/>
              </a:ext>
            </a:extLst>
          </p:cNvPr>
          <p:cNvSpPr>
            <a:spLocks/>
          </p:cNvSpPr>
          <p:nvPr/>
        </p:nvSpPr>
        <p:spPr bwMode="auto">
          <a:xfrm>
            <a:off x="1023938" y="1371600"/>
            <a:ext cx="881062" cy="247650"/>
          </a:xfrm>
          <a:custGeom>
            <a:avLst/>
            <a:gdLst>
              <a:gd name="T0" fmla="*/ 14 w 431"/>
              <a:gd name="T1" fmla="*/ 71 h 170"/>
              <a:gd name="T2" fmla="*/ 32 w 431"/>
              <a:gd name="T3" fmla="*/ 58 h 170"/>
              <a:gd name="T4" fmla="*/ 47 w 431"/>
              <a:gd name="T5" fmla="*/ 34 h 170"/>
              <a:gd name="T6" fmla="*/ 168 w 431"/>
              <a:gd name="T7" fmla="*/ 13 h 170"/>
              <a:gd name="T8" fmla="*/ 350 w 431"/>
              <a:gd name="T9" fmla="*/ 7 h 170"/>
              <a:gd name="T10" fmla="*/ 411 w 431"/>
              <a:gd name="T11" fmla="*/ 17 h 170"/>
              <a:gd name="T12" fmla="*/ 416 w 431"/>
              <a:gd name="T13" fmla="*/ 89 h 170"/>
              <a:gd name="T14" fmla="*/ 414 w 431"/>
              <a:gd name="T15" fmla="*/ 152 h 170"/>
              <a:gd name="T16" fmla="*/ 321 w 431"/>
              <a:gd name="T17" fmla="*/ 154 h 170"/>
              <a:gd name="T18" fmla="*/ 149 w 431"/>
              <a:gd name="T19" fmla="*/ 157 h 170"/>
              <a:gd name="T20" fmla="*/ 78 w 431"/>
              <a:gd name="T21" fmla="*/ 151 h 170"/>
              <a:gd name="T22" fmla="*/ 54 w 431"/>
              <a:gd name="T23" fmla="*/ 134 h 170"/>
              <a:gd name="T24" fmla="*/ 42 w 431"/>
              <a:gd name="T25" fmla="*/ 124 h 170"/>
              <a:gd name="T26" fmla="*/ 29 w 431"/>
              <a:gd name="T27" fmla="*/ 112 h 170"/>
              <a:gd name="T28" fmla="*/ 9 w 431"/>
              <a:gd name="T29" fmla="*/ 92 h 170"/>
              <a:gd name="T30" fmla="*/ 0 w 431"/>
              <a:gd name="T31" fmla="*/ 79 h 170"/>
              <a:gd name="T32" fmla="*/ 12 w 431"/>
              <a:gd name="T33" fmla="*/ 71 h 170"/>
              <a:gd name="T34" fmla="*/ 14 w 431"/>
              <a:gd name="T35" fmla="*/ 71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31" h="170">
                <a:moveTo>
                  <a:pt x="14" y="71"/>
                </a:moveTo>
                <a:cubicBezTo>
                  <a:pt x="19" y="66"/>
                  <a:pt x="26" y="62"/>
                  <a:pt x="32" y="58"/>
                </a:cubicBezTo>
                <a:cubicBezTo>
                  <a:pt x="34" y="47"/>
                  <a:pt x="37" y="40"/>
                  <a:pt x="47" y="34"/>
                </a:cubicBezTo>
                <a:cubicBezTo>
                  <a:pt x="75" y="0"/>
                  <a:pt x="127" y="14"/>
                  <a:pt x="168" y="13"/>
                </a:cubicBezTo>
                <a:cubicBezTo>
                  <a:pt x="227" y="2"/>
                  <a:pt x="290" y="8"/>
                  <a:pt x="350" y="7"/>
                </a:cubicBezTo>
                <a:cubicBezTo>
                  <a:pt x="369" y="8"/>
                  <a:pt x="399" y="1"/>
                  <a:pt x="411" y="17"/>
                </a:cubicBezTo>
                <a:cubicBezTo>
                  <a:pt x="411" y="20"/>
                  <a:pt x="406" y="70"/>
                  <a:pt x="416" y="89"/>
                </a:cubicBezTo>
                <a:cubicBezTo>
                  <a:pt x="415" y="110"/>
                  <a:pt x="431" y="140"/>
                  <a:pt x="414" y="152"/>
                </a:cubicBezTo>
                <a:cubicBezTo>
                  <a:pt x="388" y="170"/>
                  <a:pt x="352" y="153"/>
                  <a:pt x="321" y="154"/>
                </a:cubicBezTo>
                <a:cubicBezTo>
                  <a:pt x="264" y="156"/>
                  <a:pt x="206" y="156"/>
                  <a:pt x="149" y="157"/>
                </a:cubicBezTo>
                <a:cubicBezTo>
                  <a:pt x="124" y="155"/>
                  <a:pt x="103" y="152"/>
                  <a:pt x="78" y="151"/>
                </a:cubicBezTo>
                <a:cubicBezTo>
                  <a:pt x="70" y="145"/>
                  <a:pt x="62" y="138"/>
                  <a:pt x="54" y="134"/>
                </a:cubicBezTo>
                <a:cubicBezTo>
                  <a:pt x="50" y="129"/>
                  <a:pt x="47" y="127"/>
                  <a:pt x="42" y="124"/>
                </a:cubicBezTo>
                <a:cubicBezTo>
                  <a:pt x="38" y="118"/>
                  <a:pt x="36" y="115"/>
                  <a:pt x="29" y="112"/>
                </a:cubicBezTo>
                <a:cubicBezTo>
                  <a:pt x="25" y="105"/>
                  <a:pt x="16" y="96"/>
                  <a:pt x="9" y="92"/>
                </a:cubicBezTo>
                <a:cubicBezTo>
                  <a:pt x="1" y="82"/>
                  <a:pt x="4" y="86"/>
                  <a:pt x="0" y="79"/>
                </a:cubicBezTo>
                <a:cubicBezTo>
                  <a:pt x="3" y="72"/>
                  <a:pt x="6" y="74"/>
                  <a:pt x="12" y="71"/>
                </a:cubicBezTo>
                <a:cubicBezTo>
                  <a:pt x="14" y="66"/>
                  <a:pt x="20" y="52"/>
                  <a:pt x="14" y="71"/>
                </a:cubicBez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1495" name="Text Box 7">
            <a:extLst>
              <a:ext uri="{FF2B5EF4-FFF2-40B4-BE49-F238E27FC236}">
                <a16:creationId xmlns:a16="http://schemas.microsoft.com/office/drawing/2014/main" id="{1729CA68-2469-BF57-6562-1A32CFBB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562600"/>
            <a:ext cx="403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Round5.magic.attack.attack.attack</a:t>
            </a:r>
          </a:p>
        </p:txBody>
      </p:sp>
      <p:sp>
        <p:nvSpPr>
          <p:cNvPr id="191496" name="Text Box 8">
            <a:extLst>
              <a:ext uri="{FF2B5EF4-FFF2-40B4-BE49-F238E27FC236}">
                <a16:creationId xmlns:a16="http://schemas.microsoft.com/office/drawing/2014/main" id="{35C34200-AE4F-6270-1588-455CE56A6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14400"/>
            <a:ext cx="838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00%</a:t>
            </a:r>
          </a:p>
        </p:txBody>
      </p:sp>
    </p:spTree>
  </p:cSld>
  <p:clrMapOvr>
    <a:masterClrMapping/>
  </p:clrMapOvr>
  <p:transition advClick="0"/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514" name="Picture 2">
            <a:extLst>
              <a:ext uri="{FF2B5EF4-FFF2-40B4-BE49-F238E27FC236}">
                <a16:creationId xmlns:a16="http://schemas.microsoft.com/office/drawing/2014/main" id="{D17E1C5C-55D1-B75B-12A3-FFEC8FEFD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515" name="Picture 3">
            <a:extLst>
              <a:ext uri="{FF2B5EF4-FFF2-40B4-BE49-F238E27FC236}">
                <a16:creationId xmlns:a16="http://schemas.microsoft.com/office/drawing/2014/main" id="{69ED2A11-FF01-840C-626E-9154408BC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2516" name="Text Box 4">
            <a:extLst>
              <a:ext uri="{FF2B5EF4-FFF2-40B4-BE49-F238E27FC236}">
                <a16:creationId xmlns:a16="http://schemas.microsoft.com/office/drawing/2014/main" id="{F183ECC8-EF2E-5D74-43F1-2403B2D48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92517" name="Picture 5">
            <a:extLst>
              <a:ext uri="{FF2B5EF4-FFF2-40B4-BE49-F238E27FC236}">
                <a16:creationId xmlns:a16="http://schemas.microsoft.com/office/drawing/2014/main" id="{9BAF74F2-C924-ABF7-C17A-DB3030D16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518" name="Picture 6">
            <a:extLst>
              <a:ext uri="{FF2B5EF4-FFF2-40B4-BE49-F238E27FC236}">
                <a16:creationId xmlns:a16="http://schemas.microsoft.com/office/drawing/2014/main" id="{03FC09E4-916A-E04C-0694-E6B43298A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519" name="Picture 7">
            <a:extLst>
              <a:ext uri="{FF2B5EF4-FFF2-40B4-BE49-F238E27FC236}">
                <a16:creationId xmlns:a16="http://schemas.microsoft.com/office/drawing/2014/main" id="{5C6C59B2-B5C8-EE9A-DA30-8613AB822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2520" name="Text Box 8">
            <a:extLst>
              <a:ext uri="{FF2B5EF4-FFF2-40B4-BE49-F238E27FC236}">
                <a16:creationId xmlns:a16="http://schemas.microsoft.com/office/drawing/2014/main" id="{18E86103-A2B6-CA36-6D1E-BA6EF4FF4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20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8" name="Picture 2">
            <a:extLst>
              <a:ext uri="{FF2B5EF4-FFF2-40B4-BE49-F238E27FC236}">
                <a16:creationId xmlns:a16="http://schemas.microsoft.com/office/drawing/2014/main" id="{097AD512-DF51-4A5F-9D63-9DF6A5D9A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539" name="Picture 3">
            <a:extLst>
              <a:ext uri="{FF2B5EF4-FFF2-40B4-BE49-F238E27FC236}">
                <a16:creationId xmlns:a16="http://schemas.microsoft.com/office/drawing/2014/main" id="{48B37C6F-EDC8-06A8-7368-8431F91BA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540" name="Text Box 4">
            <a:extLst>
              <a:ext uri="{FF2B5EF4-FFF2-40B4-BE49-F238E27FC236}">
                <a16:creationId xmlns:a16="http://schemas.microsoft.com/office/drawing/2014/main" id="{DCDE1ADE-ED8B-1F83-416C-AF194B1AE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93541" name="Picture 5">
            <a:extLst>
              <a:ext uri="{FF2B5EF4-FFF2-40B4-BE49-F238E27FC236}">
                <a16:creationId xmlns:a16="http://schemas.microsoft.com/office/drawing/2014/main" id="{80BB2DFE-EA44-894E-95BF-EE9A0590E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542" name="AutoShape 6">
            <a:extLst>
              <a:ext uri="{FF2B5EF4-FFF2-40B4-BE49-F238E27FC236}">
                <a16:creationId xmlns:a16="http://schemas.microsoft.com/office/drawing/2014/main" id="{F8D6D50D-6157-82D1-4758-5A5FEE8B4B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93543" name="Picture 7">
            <a:extLst>
              <a:ext uri="{FF2B5EF4-FFF2-40B4-BE49-F238E27FC236}">
                <a16:creationId xmlns:a16="http://schemas.microsoft.com/office/drawing/2014/main" id="{388D9C62-7868-5E1B-1624-9F0C17178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544" name="Text Box 8">
            <a:extLst>
              <a:ext uri="{FF2B5EF4-FFF2-40B4-BE49-F238E27FC236}">
                <a16:creationId xmlns:a16="http://schemas.microsoft.com/office/drawing/2014/main" id="{8327A144-45CF-6A00-4EFD-0B8B7C155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193545" name="Text Box 9">
            <a:extLst>
              <a:ext uri="{FF2B5EF4-FFF2-40B4-BE49-F238E27FC236}">
                <a16:creationId xmlns:a16="http://schemas.microsoft.com/office/drawing/2014/main" id="{01310640-9112-DF24-C948-ED0DE51DD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4" grpId="0"/>
      <p:bldP spid="193545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586" name="Picture 2">
            <a:extLst>
              <a:ext uri="{FF2B5EF4-FFF2-40B4-BE49-F238E27FC236}">
                <a16:creationId xmlns:a16="http://schemas.microsoft.com/office/drawing/2014/main" id="{410F572B-846A-EF0A-B93D-837EEFA7D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587" name="Picture 3">
            <a:extLst>
              <a:ext uri="{FF2B5EF4-FFF2-40B4-BE49-F238E27FC236}">
                <a16:creationId xmlns:a16="http://schemas.microsoft.com/office/drawing/2014/main" id="{7DDBDEDF-CE38-DC1C-2BB1-5331C612F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5588" name="Text Box 4">
            <a:extLst>
              <a:ext uri="{FF2B5EF4-FFF2-40B4-BE49-F238E27FC236}">
                <a16:creationId xmlns:a16="http://schemas.microsoft.com/office/drawing/2014/main" id="{D413D655-B452-3C1C-871D-5AF1F9434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95589" name="Picture 5">
            <a:extLst>
              <a:ext uri="{FF2B5EF4-FFF2-40B4-BE49-F238E27FC236}">
                <a16:creationId xmlns:a16="http://schemas.microsoft.com/office/drawing/2014/main" id="{5FD07EDC-075F-6463-E827-D4DDB5F09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971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5590" name="Text Box 6">
            <a:extLst>
              <a:ext uri="{FF2B5EF4-FFF2-40B4-BE49-F238E27FC236}">
                <a16:creationId xmlns:a16="http://schemas.microsoft.com/office/drawing/2014/main" id="{F9238FE5-7990-981D-4315-6E1054347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438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charges LIMIT!</a:t>
            </a:r>
          </a:p>
        </p:txBody>
      </p:sp>
      <p:sp>
        <p:nvSpPr>
          <p:cNvPr id="195591" name="Line 7">
            <a:extLst>
              <a:ext uri="{FF2B5EF4-FFF2-40B4-BE49-F238E27FC236}">
                <a16:creationId xmlns:a16="http://schemas.microsoft.com/office/drawing/2014/main" id="{ACA1BBFF-BA91-1256-D916-A73509B4F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2" name="Line 8">
            <a:extLst>
              <a:ext uri="{FF2B5EF4-FFF2-40B4-BE49-F238E27FC236}">
                <a16:creationId xmlns:a16="http://schemas.microsoft.com/office/drawing/2014/main" id="{0AA6D22E-F1EA-9EA4-A1EA-B22137D03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-4953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3" name="Line 9">
            <a:extLst>
              <a:ext uri="{FF2B5EF4-FFF2-40B4-BE49-F238E27FC236}">
                <a16:creationId xmlns:a16="http://schemas.microsoft.com/office/drawing/2014/main" id="{80A0C7D2-3298-F4E7-CA8C-3ACEC1197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4" name="Line 10">
            <a:extLst>
              <a:ext uri="{FF2B5EF4-FFF2-40B4-BE49-F238E27FC236}">
                <a16:creationId xmlns:a16="http://schemas.microsoft.com/office/drawing/2014/main" id="{F14792F8-CB45-9CC4-7177-E5EB58299C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5" name="Line 11">
            <a:extLst>
              <a:ext uri="{FF2B5EF4-FFF2-40B4-BE49-F238E27FC236}">
                <a16:creationId xmlns:a16="http://schemas.microsoft.com/office/drawing/2014/main" id="{1A2420A5-6CA6-88F4-78C5-00391A8715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6" name="Line 12">
            <a:extLst>
              <a:ext uri="{FF2B5EF4-FFF2-40B4-BE49-F238E27FC236}">
                <a16:creationId xmlns:a16="http://schemas.microsoft.com/office/drawing/2014/main" id="{BDAF78CB-5083-0202-B961-8AB80F48F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7" name="Line 13">
            <a:extLst>
              <a:ext uri="{FF2B5EF4-FFF2-40B4-BE49-F238E27FC236}">
                <a16:creationId xmlns:a16="http://schemas.microsoft.com/office/drawing/2014/main" id="{57929D59-CDBD-FB58-4AD2-B8B962DBF35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8" name="Line 14">
            <a:extLst>
              <a:ext uri="{FF2B5EF4-FFF2-40B4-BE49-F238E27FC236}">
                <a16:creationId xmlns:a16="http://schemas.microsoft.com/office/drawing/2014/main" id="{BC8180AC-A811-79F4-F96C-D2F0F4234F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-7620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5599" name="Picture 15">
            <a:extLst>
              <a:ext uri="{FF2B5EF4-FFF2-40B4-BE49-F238E27FC236}">
                <a16:creationId xmlns:a16="http://schemas.microsoft.com/office/drawing/2014/main" id="{A4A5951F-E39E-4A63-2442-1D83C06DF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2971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600" name="Picture 16">
            <a:extLst>
              <a:ext uri="{FF2B5EF4-FFF2-40B4-BE49-F238E27FC236}">
                <a16:creationId xmlns:a16="http://schemas.microsoft.com/office/drawing/2014/main" id="{F889E40D-1F52-F2AD-CDC3-8F4E61905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39624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601" name="Picture 17">
            <a:extLst>
              <a:ext uri="{FF2B5EF4-FFF2-40B4-BE49-F238E27FC236}">
                <a16:creationId xmlns:a16="http://schemas.microsoft.com/office/drawing/2014/main" id="{1A55BEE7-7932-BF60-DD0F-CCD8B056C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5600" y="4876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602" name="Picture 18">
            <a:extLst>
              <a:ext uri="{FF2B5EF4-FFF2-40B4-BE49-F238E27FC236}">
                <a16:creationId xmlns:a16="http://schemas.microsoft.com/office/drawing/2014/main" id="{88F1FF2F-E358-4623-D1D5-0DE1E61AD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0800" y="19812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5603" name="Text Box 19">
            <a:extLst>
              <a:ext uri="{FF2B5EF4-FFF2-40B4-BE49-F238E27FC236}">
                <a16:creationId xmlns:a16="http://schemas.microsoft.com/office/drawing/2014/main" id="{171422B6-65FD-807F-DF43-7AA98B59F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81940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25 damage!</a:t>
            </a:r>
          </a:p>
        </p:txBody>
      </p:sp>
    </p:spTree>
  </p:cSld>
  <p:clrMapOvr>
    <a:masterClrMapping/>
  </p:clrMapOvr>
  <p:transition advClick="0"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0" dur="1000" fill="hold"/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2" dur="1000" fill="hold"/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27168E-6 L 3.33333E-6 0.8379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89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66 -0.02775 L 0.11666 0.7824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0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8" dur="1000" fill="hold"/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0" dur="1000" fill="hold"/>
                                        <p:tgtEl>
                                          <p:spTgt spid="1955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19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2" dur="1000" fill="hold"/>
                                        <p:tgtEl>
                                          <p:spTgt spid="1955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19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4" dur="1000" fill="hold"/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78594 0.02913 L 0.21927 0.02913 " pathEditMode="relative" ptsTypes="AA">
                                      <p:cBhvr>
                                        <p:cTn id="27" dur="500" fill="hold"/>
                                        <p:tgtEl>
                                          <p:spTgt spid="1955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19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7761 -0.04856 L 0.31094 -0.0485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3073 -0.11515 L 0.26406 -0.11515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1956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19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724 0.07353 L 0.20573 0.07353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956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19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0" grpId="0"/>
      <p:bldP spid="195603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10" name="Picture 2">
            <a:extLst>
              <a:ext uri="{FF2B5EF4-FFF2-40B4-BE49-F238E27FC236}">
                <a16:creationId xmlns:a16="http://schemas.microsoft.com/office/drawing/2014/main" id="{761A3AFE-E4E1-9060-1432-84436CCE7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611" name="Picture 3">
            <a:extLst>
              <a:ext uri="{FF2B5EF4-FFF2-40B4-BE49-F238E27FC236}">
                <a16:creationId xmlns:a16="http://schemas.microsoft.com/office/drawing/2014/main" id="{724EEBDC-41EE-FFCE-1122-D24BF13BE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6612" name="Text Box 4">
            <a:extLst>
              <a:ext uri="{FF2B5EF4-FFF2-40B4-BE49-F238E27FC236}">
                <a16:creationId xmlns:a16="http://schemas.microsoft.com/office/drawing/2014/main" id="{F3F6D1EF-D16B-1406-E083-CA7F989A9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96613" name="Picture 5">
            <a:extLst>
              <a:ext uri="{FF2B5EF4-FFF2-40B4-BE49-F238E27FC236}">
                <a16:creationId xmlns:a16="http://schemas.microsoft.com/office/drawing/2014/main" id="{09773C6C-0214-875A-A1C9-C420BCD5B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6614" name="AutoShape 6">
            <a:extLst>
              <a:ext uri="{FF2B5EF4-FFF2-40B4-BE49-F238E27FC236}">
                <a16:creationId xmlns:a16="http://schemas.microsoft.com/office/drawing/2014/main" id="{06531D19-8F9C-F8F6-7100-E002DA2FF38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96615" name="Picture 7">
            <a:extLst>
              <a:ext uri="{FF2B5EF4-FFF2-40B4-BE49-F238E27FC236}">
                <a16:creationId xmlns:a16="http://schemas.microsoft.com/office/drawing/2014/main" id="{9FF3F70D-35DD-38E3-72DA-2380BFE5A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6616" name="Text Box 8">
            <a:extLst>
              <a:ext uri="{FF2B5EF4-FFF2-40B4-BE49-F238E27FC236}">
                <a16:creationId xmlns:a16="http://schemas.microsoft.com/office/drawing/2014/main" id="{5320C6AC-2593-553E-B986-A03E7BDEC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196617" name="Text Box 9">
            <a:extLst>
              <a:ext uri="{FF2B5EF4-FFF2-40B4-BE49-F238E27FC236}">
                <a16:creationId xmlns:a16="http://schemas.microsoft.com/office/drawing/2014/main" id="{139CFECA-C81C-5B43-BF43-401FAF948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Click here to continue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6" grpId="0"/>
      <p:bldP spid="196617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34" name="Picture 2">
            <a:extLst>
              <a:ext uri="{FF2B5EF4-FFF2-40B4-BE49-F238E27FC236}">
                <a16:creationId xmlns:a16="http://schemas.microsoft.com/office/drawing/2014/main" id="{543EDE1C-3EDD-0B8D-C4AA-748F4C4F8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7635" name="Text Box 3">
            <a:extLst>
              <a:ext uri="{FF2B5EF4-FFF2-40B4-BE49-F238E27FC236}">
                <a16:creationId xmlns:a16="http://schemas.microsoft.com/office/drawing/2014/main" id="{E68FA83D-56F8-5BE5-6575-24603089D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-</a:t>
            </a:r>
            <a:r>
              <a:rPr lang="en-US" altLang="en-US">
                <a:hlinkClick r:id="rId3" action="ppaction://hlinksldjump"/>
              </a:rPr>
              <a:t>attack</a:t>
            </a:r>
            <a:endParaRPr lang="en-US" altLang="en-US"/>
          </a:p>
        </p:txBody>
      </p:sp>
      <p:sp>
        <p:nvSpPr>
          <p:cNvPr id="197637" name="Text Box 5">
            <a:extLst>
              <a:ext uri="{FF2B5EF4-FFF2-40B4-BE49-F238E27FC236}">
                <a16:creationId xmlns:a16="http://schemas.microsoft.com/office/drawing/2014/main" id="{50004DE2-B638-E896-F42F-785FBF9AB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11</a:t>
            </a:r>
          </a:p>
        </p:txBody>
      </p:sp>
      <p:sp>
        <p:nvSpPr>
          <p:cNvPr id="197639" name="Text Box 7">
            <a:extLst>
              <a:ext uri="{FF2B5EF4-FFF2-40B4-BE49-F238E27FC236}">
                <a16:creationId xmlns:a16="http://schemas.microsoft.com/office/drawing/2014/main" id="{C979C27B-5D7D-EB6B-24DA-1E929C3A7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562600"/>
            <a:ext cx="403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Round4.magic.attack.limit</a:t>
            </a:r>
          </a:p>
        </p:txBody>
      </p:sp>
      <p:sp>
        <p:nvSpPr>
          <p:cNvPr id="197640" name="Text Box 8">
            <a:extLst>
              <a:ext uri="{FF2B5EF4-FFF2-40B4-BE49-F238E27FC236}">
                <a16:creationId xmlns:a16="http://schemas.microsoft.com/office/drawing/2014/main" id="{D1F5C0AA-EF60-FF59-F1D0-07AAACC3D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14400"/>
            <a:ext cx="838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00%</a:t>
            </a:r>
          </a:p>
        </p:txBody>
      </p:sp>
    </p:spTree>
  </p:cSld>
  <p:clrMapOvr>
    <a:masterClrMapping/>
  </p:clrMapOvr>
  <p:transition advClick="0"/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658" name="Picture 2">
            <a:extLst>
              <a:ext uri="{FF2B5EF4-FFF2-40B4-BE49-F238E27FC236}">
                <a16:creationId xmlns:a16="http://schemas.microsoft.com/office/drawing/2014/main" id="{77E84FDB-E65D-3927-DC23-77CC4800C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659" name="Picture 3">
            <a:extLst>
              <a:ext uri="{FF2B5EF4-FFF2-40B4-BE49-F238E27FC236}">
                <a16:creationId xmlns:a16="http://schemas.microsoft.com/office/drawing/2014/main" id="{946531EE-4E7B-1091-5D6A-BFB398B77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8660" name="Text Box 4">
            <a:extLst>
              <a:ext uri="{FF2B5EF4-FFF2-40B4-BE49-F238E27FC236}">
                <a16:creationId xmlns:a16="http://schemas.microsoft.com/office/drawing/2014/main" id="{3CE7C147-55BF-0C60-E3C2-A9695C000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198661" name="Picture 5">
            <a:extLst>
              <a:ext uri="{FF2B5EF4-FFF2-40B4-BE49-F238E27FC236}">
                <a16:creationId xmlns:a16="http://schemas.microsoft.com/office/drawing/2014/main" id="{FBE0223D-FFB7-3FE3-6FE6-EF4C3BF49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662" name="Picture 6">
            <a:extLst>
              <a:ext uri="{FF2B5EF4-FFF2-40B4-BE49-F238E27FC236}">
                <a16:creationId xmlns:a16="http://schemas.microsoft.com/office/drawing/2014/main" id="{8C638684-8177-99D3-BA63-9F760EE91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663" name="Picture 7">
            <a:extLst>
              <a:ext uri="{FF2B5EF4-FFF2-40B4-BE49-F238E27FC236}">
                <a16:creationId xmlns:a16="http://schemas.microsoft.com/office/drawing/2014/main" id="{0BE742F2-BD99-67A1-61B4-802F21385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8664" name="Text Box 8">
            <a:extLst>
              <a:ext uri="{FF2B5EF4-FFF2-40B4-BE49-F238E27FC236}">
                <a16:creationId xmlns:a16="http://schemas.microsoft.com/office/drawing/2014/main" id="{068BE4BF-9134-34D2-2C8A-265579E66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  <p:sp>
        <p:nvSpPr>
          <p:cNvPr id="198666" name="Text Box 10">
            <a:extLst>
              <a:ext uri="{FF2B5EF4-FFF2-40B4-BE49-F238E27FC236}">
                <a16:creationId xmlns:a16="http://schemas.microsoft.com/office/drawing/2014/main" id="{5C32568A-F586-B55D-DC87-12E73B5C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200400"/>
            <a:ext cx="2133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goblin commander!</a:t>
            </a:r>
          </a:p>
        </p:txBody>
      </p:sp>
      <p:sp>
        <p:nvSpPr>
          <p:cNvPr id="198667" name="Text Box 11">
            <a:extLst>
              <a:ext uri="{FF2B5EF4-FFF2-40B4-BE49-F238E27FC236}">
                <a16:creationId xmlns:a16="http://schemas.microsoft.com/office/drawing/2014/main" id="{1EA38084-A22C-E209-5226-BE71235EB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9624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7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4" grpId="0"/>
      <p:bldP spid="198666" grpId="0"/>
      <p:bldP spid="198667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4" name="Rectangle 4">
            <a:extLst>
              <a:ext uri="{FF2B5EF4-FFF2-40B4-BE49-F238E27FC236}">
                <a16:creationId xmlns:a16="http://schemas.microsoft.com/office/drawing/2014/main" id="{EAF5862A-B43E-90CA-DCBA-AAB653E1314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en-US" sz="4400"/>
              <a:t>If magic/limit</a:t>
            </a:r>
          </a:p>
        </p:txBody>
      </p:sp>
    </p:spTree>
  </p:cSld>
  <p:clrMapOvr>
    <a:masterClrMapping/>
  </p:clrMapOvr>
  <p:transition advClick="0"/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730" name="Picture 2">
            <a:extLst>
              <a:ext uri="{FF2B5EF4-FFF2-40B4-BE49-F238E27FC236}">
                <a16:creationId xmlns:a16="http://schemas.microsoft.com/office/drawing/2014/main" id="{A7D010E8-CBEA-2D1B-A7C4-36B1F3D46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731" name="Picture 3">
            <a:extLst>
              <a:ext uri="{FF2B5EF4-FFF2-40B4-BE49-F238E27FC236}">
                <a16:creationId xmlns:a16="http://schemas.microsoft.com/office/drawing/2014/main" id="{0535CCA3-7D03-15D4-1E0C-EDA80B71B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1732" name="Text Box 4">
            <a:extLst>
              <a:ext uri="{FF2B5EF4-FFF2-40B4-BE49-F238E27FC236}">
                <a16:creationId xmlns:a16="http://schemas.microsoft.com/office/drawing/2014/main" id="{2C6F171B-C28F-BA13-38B9-632042F8B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01733" name="Picture 5">
            <a:extLst>
              <a:ext uri="{FF2B5EF4-FFF2-40B4-BE49-F238E27FC236}">
                <a16:creationId xmlns:a16="http://schemas.microsoft.com/office/drawing/2014/main" id="{3E156F8C-2269-3375-E94E-EC3E26785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971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1734" name="Text Box 6">
            <a:extLst>
              <a:ext uri="{FF2B5EF4-FFF2-40B4-BE49-F238E27FC236}">
                <a16:creationId xmlns:a16="http://schemas.microsoft.com/office/drawing/2014/main" id="{FA463345-256B-CCE3-587D-23B6355A7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438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charges LIMIT!</a:t>
            </a:r>
          </a:p>
        </p:txBody>
      </p:sp>
      <p:sp>
        <p:nvSpPr>
          <p:cNvPr id="201735" name="Line 7">
            <a:extLst>
              <a:ext uri="{FF2B5EF4-FFF2-40B4-BE49-F238E27FC236}">
                <a16:creationId xmlns:a16="http://schemas.microsoft.com/office/drawing/2014/main" id="{53791060-B19C-A10A-6197-F5949D56D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36" name="Line 8">
            <a:extLst>
              <a:ext uri="{FF2B5EF4-FFF2-40B4-BE49-F238E27FC236}">
                <a16:creationId xmlns:a16="http://schemas.microsoft.com/office/drawing/2014/main" id="{2C60AE55-ADF6-BD66-75A6-339E5C984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-4953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37" name="Line 9">
            <a:extLst>
              <a:ext uri="{FF2B5EF4-FFF2-40B4-BE49-F238E27FC236}">
                <a16:creationId xmlns:a16="http://schemas.microsoft.com/office/drawing/2014/main" id="{E274A3DF-63B5-B95D-6E77-4184C7C08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-9906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38" name="Line 10">
            <a:extLst>
              <a:ext uri="{FF2B5EF4-FFF2-40B4-BE49-F238E27FC236}">
                <a16:creationId xmlns:a16="http://schemas.microsoft.com/office/drawing/2014/main" id="{EEB7A0AD-3257-F965-8405-FEFDAA248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39" name="Line 11">
            <a:extLst>
              <a:ext uri="{FF2B5EF4-FFF2-40B4-BE49-F238E27FC236}">
                <a16:creationId xmlns:a16="http://schemas.microsoft.com/office/drawing/2014/main" id="{55FD260B-93B9-EEAF-7C88-C737F0C6D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40" name="Line 12">
            <a:extLst>
              <a:ext uri="{FF2B5EF4-FFF2-40B4-BE49-F238E27FC236}">
                <a16:creationId xmlns:a16="http://schemas.microsoft.com/office/drawing/2014/main" id="{7B0164E1-A64E-96ED-D964-514D5A9D04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-838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41" name="Line 13">
            <a:extLst>
              <a:ext uri="{FF2B5EF4-FFF2-40B4-BE49-F238E27FC236}">
                <a16:creationId xmlns:a16="http://schemas.microsoft.com/office/drawing/2014/main" id="{BE8B1B81-E203-F69E-F376-C70938C9C5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-12192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42" name="Line 14">
            <a:extLst>
              <a:ext uri="{FF2B5EF4-FFF2-40B4-BE49-F238E27FC236}">
                <a16:creationId xmlns:a16="http://schemas.microsoft.com/office/drawing/2014/main" id="{D8F3000F-CBFA-D3F2-E639-84426EACB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-762000"/>
            <a:ext cx="0" cy="990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01743" name="Picture 15">
            <a:extLst>
              <a:ext uri="{FF2B5EF4-FFF2-40B4-BE49-F238E27FC236}">
                <a16:creationId xmlns:a16="http://schemas.microsoft.com/office/drawing/2014/main" id="{6120E1C7-3379-F863-900B-A45891347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2971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744" name="Picture 16">
            <a:extLst>
              <a:ext uri="{FF2B5EF4-FFF2-40B4-BE49-F238E27FC236}">
                <a16:creationId xmlns:a16="http://schemas.microsoft.com/office/drawing/2014/main" id="{50494310-8F44-8064-6FF1-7D2D5E8B8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825" y="39624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745" name="Picture 17">
            <a:extLst>
              <a:ext uri="{FF2B5EF4-FFF2-40B4-BE49-F238E27FC236}">
                <a16:creationId xmlns:a16="http://schemas.microsoft.com/office/drawing/2014/main" id="{8622969F-71CA-D205-4C49-87DE42884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5600" y="48768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746" name="Picture 18">
            <a:extLst>
              <a:ext uri="{FF2B5EF4-FFF2-40B4-BE49-F238E27FC236}">
                <a16:creationId xmlns:a16="http://schemas.microsoft.com/office/drawing/2014/main" id="{C2B66747-9FC2-E58A-4DA2-1FB5182BA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0800" y="1981200"/>
            <a:ext cx="20288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1747" name="Text Box 19">
            <a:extLst>
              <a:ext uri="{FF2B5EF4-FFF2-40B4-BE49-F238E27FC236}">
                <a16:creationId xmlns:a16="http://schemas.microsoft.com/office/drawing/2014/main" id="{6D2EB2C6-FA03-E8B0-21F3-AA4AE2065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81940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25 damage!</a:t>
            </a:r>
          </a:p>
        </p:txBody>
      </p:sp>
    </p:spTree>
  </p:cSld>
  <p:clrMapOvr>
    <a:masterClrMapping/>
  </p:clrMapOvr>
  <p:transition advClick="0"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0" dur="1000" fill="hold"/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2" dur="10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27168E-6 L 3.33333E-6 0.8379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89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66 -0.02775 L 0.11666 0.7824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0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18" dur="1000" fill="hold"/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0" dur="1000" fill="hold"/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2" dur="1000" fill="hold"/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8.67052E-7 L 0 0.81018 " pathEditMode="relative" ptsTypes="AA">
                                      <p:cBhvr>
                                        <p:cTn id="24" dur="1000" fill="hold"/>
                                        <p:tgtEl>
                                          <p:spTgt spid="2017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20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78594 0.02913 L 0.21927 0.02913 " pathEditMode="relative" ptsTypes="AA">
                                      <p:cBhvr>
                                        <p:cTn id="27" dur="500" fill="hold"/>
                                        <p:tgtEl>
                                          <p:spTgt spid="2017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20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7761 -0.04856 L 0.31094 -0.0485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2017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20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3073 -0.11515 L 0.26406 -0.11515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2017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20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724 0.07353 L 0.20573 0.07353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201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20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4" grpId="0"/>
      <p:bldP spid="201747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754" name="Picture 2">
            <a:extLst>
              <a:ext uri="{FF2B5EF4-FFF2-40B4-BE49-F238E27FC236}">
                <a16:creationId xmlns:a16="http://schemas.microsoft.com/office/drawing/2014/main" id="{9FDD6525-B042-D165-1749-5509A9D06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755" name="Picture 3">
            <a:extLst>
              <a:ext uri="{FF2B5EF4-FFF2-40B4-BE49-F238E27FC236}">
                <a16:creationId xmlns:a16="http://schemas.microsoft.com/office/drawing/2014/main" id="{A5621626-82BB-4585-5161-ECEC6BCED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2756" name="Text Box 4">
            <a:extLst>
              <a:ext uri="{FF2B5EF4-FFF2-40B4-BE49-F238E27FC236}">
                <a16:creationId xmlns:a16="http://schemas.microsoft.com/office/drawing/2014/main" id="{7EFC339F-9BE3-BC64-3C7E-95BB2A9A0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02757" name="Picture 5">
            <a:extLst>
              <a:ext uri="{FF2B5EF4-FFF2-40B4-BE49-F238E27FC236}">
                <a16:creationId xmlns:a16="http://schemas.microsoft.com/office/drawing/2014/main" id="{1D0D2862-6713-412E-F015-A6010D3C0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2758" name="AutoShape 6">
            <a:extLst>
              <a:ext uri="{FF2B5EF4-FFF2-40B4-BE49-F238E27FC236}">
                <a16:creationId xmlns:a16="http://schemas.microsoft.com/office/drawing/2014/main" id="{F849F49D-7EBE-67D3-CED7-FCD3547C44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8300" y="8724900"/>
            <a:ext cx="3505200" cy="228600"/>
          </a:xfrm>
          <a:prstGeom prst="rightArrow">
            <a:avLst>
              <a:gd name="adj1" fmla="val 50000"/>
              <a:gd name="adj2" fmla="val 38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02759" name="Picture 7">
            <a:extLst>
              <a:ext uri="{FF2B5EF4-FFF2-40B4-BE49-F238E27FC236}">
                <a16:creationId xmlns:a16="http://schemas.microsoft.com/office/drawing/2014/main" id="{DC215CB1-A5C6-0605-1E8E-C2274447D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384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2760" name="Text Box 8">
            <a:extLst>
              <a:ext uri="{FF2B5EF4-FFF2-40B4-BE49-F238E27FC236}">
                <a16:creationId xmlns:a16="http://schemas.microsoft.com/office/drawing/2014/main" id="{1B96D9D7-2C40-1204-8511-4F6D9E9DD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Player takes 10 damage!</a:t>
            </a:r>
          </a:p>
        </p:txBody>
      </p:sp>
      <p:sp>
        <p:nvSpPr>
          <p:cNvPr id="202761" name="Text Box 9">
            <a:extLst>
              <a:ext uri="{FF2B5EF4-FFF2-40B4-BE49-F238E27FC236}">
                <a16:creationId xmlns:a16="http://schemas.microsoft.com/office/drawing/2014/main" id="{5732F8DC-8A0F-08D7-5164-81D23FB8F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3528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hlinkClick r:id="rId6" action="ppaction://hlinksldjump"/>
              </a:rPr>
              <a:t>Click here to continue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01 -7.28324E-6 L -5E-6 -7.28324E-6 " pathEditMode="relative" ptsTypes="AA">
                                      <p:cBhvr>
                                        <p:cTn id="6" dur="3000" fill="hold"/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472E-18 -0.83237 L -1.73472E-18 9.24855E-7 " pathEditMode="relative" ptsTypes="AA">
                                      <p:cBhvr>
                                        <p:cTn id="11" dur="500" fill="hold"/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0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60" grpId="0"/>
      <p:bldP spid="202761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778" name="Picture 2">
            <a:extLst>
              <a:ext uri="{FF2B5EF4-FFF2-40B4-BE49-F238E27FC236}">
                <a16:creationId xmlns:a16="http://schemas.microsoft.com/office/drawing/2014/main" id="{DE2C1766-D36A-ED87-6E70-34CD54885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3779" name="Text Box 3">
            <a:extLst>
              <a:ext uri="{FF2B5EF4-FFF2-40B4-BE49-F238E27FC236}">
                <a16:creationId xmlns:a16="http://schemas.microsoft.com/office/drawing/2014/main" id="{E5D5104C-586F-E1CD-8FB2-DA8BB67F8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203781" name="Text Box 5">
            <a:extLst>
              <a:ext uri="{FF2B5EF4-FFF2-40B4-BE49-F238E27FC236}">
                <a16:creationId xmlns:a16="http://schemas.microsoft.com/office/drawing/2014/main" id="{4E8B0A93-C15F-3D72-DA10-487AAB859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09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21</a:t>
            </a:r>
          </a:p>
        </p:txBody>
      </p:sp>
      <p:sp>
        <p:nvSpPr>
          <p:cNvPr id="203784" name="Text Box 8">
            <a:extLst>
              <a:ext uri="{FF2B5EF4-FFF2-40B4-BE49-F238E27FC236}">
                <a16:creationId xmlns:a16="http://schemas.microsoft.com/office/drawing/2014/main" id="{9038C719-8008-C751-59E1-206C1895B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14400"/>
            <a:ext cx="838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00%</a:t>
            </a:r>
          </a:p>
        </p:txBody>
      </p:sp>
    </p:spTree>
  </p:cSld>
  <p:clrMapOvr>
    <a:masterClrMapping/>
  </p:clrMapOvr>
  <p:transition advClick="0"/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02" name="Picture 2">
            <a:extLst>
              <a:ext uri="{FF2B5EF4-FFF2-40B4-BE49-F238E27FC236}">
                <a16:creationId xmlns:a16="http://schemas.microsoft.com/office/drawing/2014/main" id="{03A289C4-86B0-9E62-6075-A9FD113BF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03" name="Picture 3">
            <a:extLst>
              <a:ext uri="{FF2B5EF4-FFF2-40B4-BE49-F238E27FC236}">
                <a16:creationId xmlns:a16="http://schemas.microsoft.com/office/drawing/2014/main" id="{B8751592-4F94-5FF5-33CC-AB95076F2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00" y="2133600"/>
            <a:ext cx="45148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04" name="Text Box 4">
            <a:extLst>
              <a:ext uri="{FF2B5EF4-FFF2-40B4-BE49-F238E27FC236}">
                <a16:creationId xmlns:a16="http://schemas.microsoft.com/office/drawing/2014/main" id="{0DC6E5DF-9A73-6B0C-CB8E-456C85D81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04805" name="Picture 5">
            <a:extLst>
              <a:ext uri="{FF2B5EF4-FFF2-40B4-BE49-F238E27FC236}">
                <a16:creationId xmlns:a16="http://schemas.microsoft.com/office/drawing/2014/main" id="{AAC470BA-9E87-AD8C-37B2-162D09418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06" name="Picture 6">
            <a:extLst>
              <a:ext uri="{FF2B5EF4-FFF2-40B4-BE49-F238E27FC236}">
                <a16:creationId xmlns:a16="http://schemas.microsoft.com/office/drawing/2014/main" id="{303B18C2-353C-E3FD-48A4-837620F21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52800"/>
            <a:ext cx="19939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07" name="Picture 7">
            <a:extLst>
              <a:ext uri="{FF2B5EF4-FFF2-40B4-BE49-F238E27FC236}">
                <a16:creationId xmlns:a16="http://schemas.microsoft.com/office/drawing/2014/main" id="{DF8D2027-5DB0-35B4-8972-C9C04559B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088" y="-152400"/>
            <a:ext cx="1335088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08" name="Text Box 8">
            <a:extLst>
              <a:ext uri="{FF2B5EF4-FFF2-40B4-BE49-F238E27FC236}">
                <a16:creationId xmlns:a16="http://schemas.microsoft.com/office/drawing/2014/main" id="{FACBBDA8-1BC2-CC80-D3B0-565006182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Goblin commander takes 15 damage!</a:t>
            </a:r>
          </a:p>
        </p:txBody>
      </p:sp>
      <p:sp>
        <p:nvSpPr>
          <p:cNvPr id="204809" name="Text Box 9">
            <a:extLst>
              <a:ext uri="{FF2B5EF4-FFF2-40B4-BE49-F238E27FC236}">
                <a16:creationId xmlns:a16="http://schemas.microsoft.com/office/drawing/2014/main" id="{B647085F-0571-51C1-73FE-3A08998AA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200400"/>
            <a:ext cx="2133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Felled goblin commander!</a:t>
            </a:r>
          </a:p>
        </p:txBody>
      </p:sp>
      <p:sp>
        <p:nvSpPr>
          <p:cNvPr id="204810" name="Text Box 10">
            <a:extLst>
              <a:ext uri="{FF2B5EF4-FFF2-40B4-BE49-F238E27FC236}">
                <a16:creationId xmlns:a16="http://schemas.microsoft.com/office/drawing/2014/main" id="{9782AE0D-964D-7424-8BFB-C3F695807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9624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7" action="ppaction://hlinksldjump"/>
              </a:rPr>
              <a:t>Click here to continue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34 -8.67052E-7 L 7.77778E-6 -8.67052E-7 " pathEditMode="relative" ptsTypes="AA">
                                      <p:cBhvr>
                                        <p:cTn id="6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292 0.70821 L -3.33333E-6 1.2138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-354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2048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0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8" grpId="0"/>
      <p:bldP spid="204809" grpId="0"/>
      <p:bldP spid="204810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D81E1D41-2836-D123-51DB-52985677F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Battle</a:t>
            </a:r>
          </a:p>
        </p:txBody>
      </p:sp>
    </p:spTree>
  </p:cSld>
  <p:clrMapOvr>
    <a:masterClrMapping/>
  </p:clrMapOvr>
  <p:transition advClick="0"/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28" name="Picture 4">
            <a:extLst>
              <a:ext uri="{FF2B5EF4-FFF2-40B4-BE49-F238E27FC236}">
                <a16:creationId xmlns:a16="http://schemas.microsoft.com/office/drawing/2014/main" id="{B8FB9014-EB5D-4CE0-4F77-47054675E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9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829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FB8462C-3276-3851-F0F5-7856D212E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962400"/>
            <a:ext cx="533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832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CF986F1E-ED50-9B49-3117-0400D04F8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209800"/>
            <a:ext cx="228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98" name="Picture 2">
            <a:extLst>
              <a:ext uri="{FF2B5EF4-FFF2-40B4-BE49-F238E27FC236}">
                <a16:creationId xmlns:a16="http://schemas.microsoft.com/office/drawing/2014/main" id="{3103D296-38E1-552B-3AA2-26EE675BD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9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901" name="AutoShape 5">
            <a:extLst>
              <a:ext uri="{FF2B5EF4-FFF2-40B4-BE49-F238E27FC236}">
                <a16:creationId xmlns:a16="http://schemas.microsoft.com/office/drawing/2014/main" id="{41900654-955B-1AB5-BD81-F2C00F724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286000"/>
            <a:ext cx="1752600" cy="1295400"/>
          </a:xfrm>
          <a:prstGeom prst="wedgeRoundRectCallout">
            <a:avLst>
              <a:gd name="adj1" fmla="val 35597"/>
              <a:gd name="adj2" fmla="val 79046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/>
              <a:t>Tis’ here ye shall find th’art destiny.</a:t>
            </a:r>
          </a:p>
          <a:p>
            <a:pPr algn="ctr"/>
            <a:r>
              <a:rPr lang="en-US" altLang="en-US">
                <a:hlinkClick r:id="rId3" action="ppaction://hlinksldjump"/>
              </a:rPr>
              <a:t>(back)</a:t>
            </a:r>
            <a:endParaRPr lang="en-US" altLang="en-US"/>
          </a:p>
        </p:txBody>
      </p:sp>
    </p:spTree>
  </p:cSld>
  <p:clrMapOvr>
    <a:masterClrMapping/>
  </p:clrMapOvr>
  <p:transition advClick="0"/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96" name="Picture 4">
            <a:extLst>
              <a:ext uri="{FF2B5EF4-FFF2-40B4-BE49-F238E27FC236}">
                <a16:creationId xmlns:a16="http://schemas.microsoft.com/office/drawing/2014/main" id="{9BEDBDD3-C5BE-6A69-49DD-5C5AAF11A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2997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966EED90-7603-733E-B9AD-6B28308DC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200400"/>
            <a:ext cx="1143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998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A59ACD33-AA58-A4F0-4B53-91F6DEDC9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371600"/>
            <a:ext cx="17526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999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02114326-3186-1429-5E74-976178412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371600"/>
            <a:ext cx="17526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018" name="Picture 2">
            <a:extLst>
              <a:ext uri="{FF2B5EF4-FFF2-40B4-BE49-F238E27FC236}">
                <a16:creationId xmlns:a16="http://schemas.microsoft.com/office/drawing/2014/main" id="{F99C3584-6798-F1D0-B36C-C9881B06F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4019" name="AutoShape 3">
            <a:extLst>
              <a:ext uri="{FF2B5EF4-FFF2-40B4-BE49-F238E27FC236}">
                <a16:creationId xmlns:a16="http://schemas.microsoft.com/office/drawing/2014/main" id="{120BA123-A9D4-1F49-105C-E5AB31EF8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752600"/>
            <a:ext cx="2286000" cy="1066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2000"/>
              <a:t>What up Holmes?</a:t>
            </a:r>
          </a:p>
          <a:p>
            <a:pPr algn="ctr"/>
            <a:r>
              <a:rPr lang="en-US" altLang="en-US" sz="2000">
                <a:hlinkClick r:id="rId3" action="ppaction://hlinksldjump"/>
              </a:rPr>
              <a:t>(BACK!!!)</a:t>
            </a:r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44" name="Picture 4">
            <a:extLst>
              <a:ext uri="{FF2B5EF4-FFF2-40B4-BE49-F238E27FC236}">
                <a16:creationId xmlns:a16="http://schemas.microsoft.com/office/drawing/2014/main" id="{4CF22095-5754-4722-1772-A4DA49A97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45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5D3AA83-B311-63F9-A74D-51C88605D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81000"/>
            <a:ext cx="13716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68" name="Picture 4">
            <a:extLst>
              <a:ext uri="{FF2B5EF4-FFF2-40B4-BE49-F238E27FC236}">
                <a16:creationId xmlns:a16="http://schemas.microsoft.com/office/drawing/2014/main" id="{2003899B-CC76-96E7-19CE-32113C082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6069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6BD3D95C-ED8D-A39F-47AB-7D2466095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0"/>
            <a:ext cx="9144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092" name="Picture 4">
            <a:extLst>
              <a:ext uri="{FF2B5EF4-FFF2-40B4-BE49-F238E27FC236}">
                <a16:creationId xmlns:a16="http://schemas.microsoft.com/office/drawing/2014/main" id="{33361C9F-44FA-D04A-635B-7EE8468C6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7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7093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DEAD8762-E087-414D-E2DF-19DC8993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048000"/>
            <a:ext cx="914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5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768B7A79-BCCD-8E9E-6C3D-65C87709B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8382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 advClick="0">
    <p:fade/>
  </p:transition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9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FFEC1B0B-C36E-D042-4A70-39B2B5F23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048000"/>
            <a:ext cx="914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19140" name="Picture 4">
            <a:extLst>
              <a:ext uri="{FF2B5EF4-FFF2-40B4-BE49-F238E27FC236}">
                <a16:creationId xmlns:a16="http://schemas.microsoft.com/office/drawing/2014/main" id="{8F320839-B83A-CDC2-B003-88D596687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700"/>
            <a:ext cx="9144000" cy="687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9141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13C1917D-56F8-C1AF-5EF5-82C46DCE7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971800"/>
            <a:ext cx="990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9142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105B2A98-D65A-9595-4A67-1EF6F98A5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7620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 advClick="0">
    <p:fade/>
  </p:transition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798C2E62-6E8B-5812-9AAB-F9D3FD035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048000"/>
            <a:ext cx="914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20164" name="Picture 4">
            <a:extLst>
              <a:ext uri="{FF2B5EF4-FFF2-40B4-BE49-F238E27FC236}">
                <a16:creationId xmlns:a16="http://schemas.microsoft.com/office/drawing/2014/main" id="{259F725B-9458-5D3A-7A68-A7176ED26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0165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8F5D3244-C59C-49C2-12F1-DB39FE46E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048000"/>
            <a:ext cx="914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0166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749BAEF3-E146-7941-2771-6CAAD1711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8382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 advClick="0">
    <p:fade/>
  </p:transition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189" name="Picture 5">
            <a:extLst>
              <a:ext uri="{FF2B5EF4-FFF2-40B4-BE49-F238E27FC236}">
                <a16:creationId xmlns:a16="http://schemas.microsoft.com/office/drawing/2014/main" id="{159B82A6-458B-CB97-428C-7BF4450EA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0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1190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E9C0D948-1DD1-282C-7BEE-6A834670F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048000"/>
            <a:ext cx="914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1191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F8610738-6408-1B4F-B2DD-1558CA780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0"/>
            <a:ext cx="6858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 advClick="0">
    <p:fade/>
  </p:transition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212" name="Picture 4">
            <a:extLst>
              <a:ext uri="{FF2B5EF4-FFF2-40B4-BE49-F238E27FC236}">
                <a16:creationId xmlns:a16="http://schemas.microsoft.com/office/drawing/2014/main" id="{F813B9DC-758E-6DEF-91D6-8BDE83CE8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213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84060DF1-6EF4-793D-C7A6-9717BE9FB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762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2214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32B4E203-1893-7CC2-E074-A69647953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609600"/>
            <a:ext cx="16002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 advClick="0">
    <p:fade/>
  </p:transition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236" name="Picture 4">
            <a:extLst>
              <a:ext uri="{FF2B5EF4-FFF2-40B4-BE49-F238E27FC236}">
                <a16:creationId xmlns:a16="http://schemas.microsoft.com/office/drawing/2014/main" id="{AD340986-1522-E94C-DF97-EDF5AC3CB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3238" name="Rectangle 6">
            <a:extLst>
              <a:ext uri="{FF2B5EF4-FFF2-40B4-BE49-F238E27FC236}">
                <a16:creationId xmlns:a16="http://schemas.microsoft.com/office/drawing/2014/main" id="{F22A178D-EC95-A7CC-0A99-171AA19BB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4800"/>
            <a:ext cx="3733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3239" name="Text Box 7">
            <a:extLst>
              <a:ext uri="{FF2B5EF4-FFF2-40B4-BE49-F238E27FC236}">
                <a16:creationId xmlns:a16="http://schemas.microsoft.com/office/drawing/2014/main" id="{0E47D6A3-D1F1-586E-5085-4F36DB0A8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04800"/>
            <a:ext cx="472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Step into the light… if th’art worthy…</a:t>
            </a:r>
          </a:p>
        </p:txBody>
      </p:sp>
      <p:sp>
        <p:nvSpPr>
          <p:cNvPr id="223241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0FB8C4D0-F2CC-0517-6434-8EA1EBECA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0"/>
            <a:ext cx="16002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601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9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60" name="Rectangle 4">
            <a:extLst>
              <a:ext uri="{FF2B5EF4-FFF2-40B4-BE49-F238E27FC236}">
                <a16:creationId xmlns:a16="http://schemas.microsoft.com/office/drawing/2014/main" id="{A9B48D35-1BE9-7EEF-2072-CF66720F7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8600" y="0"/>
            <a:ext cx="9601200" cy="7086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 advTm="3000"/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84" name="Picture 4">
            <a:extLst>
              <a:ext uri="{FF2B5EF4-FFF2-40B4-BE49-F238E27FC236}">
                <a16:creationId xmlns:a16="http://schemas.microsoft.com/office/drawing/2014/main" id="{984B2475-5679-60A2-E227-018739582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1000">
    <p:fade/>
  </p:transition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308" name="Picture 4">
            <a:extLst>
              <a:ext uri="{FF2B5EF4-FFF2-40B4-BE49-F238E27FC236}">
                <a16:creationId xmlns:a16="http://schemas.microsoft.com/office/drawing/2014/main" id="{54E41175-EF37-2F5E-B1F0-7042D494F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1000">
    <p:fade/>
  </p:transition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332" name="Picture 4">
            <a:extLst>
              <a:ext uri="{FF2B5EF4-FFF2-40B4-BE49-F238E27FC236}">
                <a16:creationId xmlns:a16="http://schemas.microsoft.com/office/drawing/2014/main" id="{A860F797-9AD3-2D3A-07D2-3ED7DD812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3000">
    <p:fade/>
  </p:transition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356" name="Picture 4">
            <a:extLst>
              <a:ext uri="{FF2B5EF4-FFF2-40B4-BE49-F238E27FC236}">
                <a16:creationId xmlns:a16="http://schemas.microsoft.com/office/drawing/2014/main" id="{1C7C0F44-72A5-BAD3-5C75-98D12DE2F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1000"/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380" name="Picture 4">
            <a:extLst>
              <a:ext uri="{FF2B5EF4-FFF2-40B4-BE49-F238E27FC236}">
                <a16:creationId xmlns:a16="http://schemas.microsoft.com/office/drawing/2014/main" id="{A9B31237-4A28-ACCE-415B-C0F7EAF53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9381" name="Text Box 5">
            <a:extLst>
              <a:ext uri="{FF2B5EF4-FFF2-40B4-BE49-F238E27FC236}">
                <a16:creationId xmlns:a16="http://schemas.microsoft.com/office/drawing/2014/main" id="{4E5F1310-9F30-F51B-1A75-898ACD47E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09600"/>
            <a:ext cx="381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Who dares step into the light?</a:t>
            </a:r>
          </a:p>
        </p:txBody>
      </p:sp>
    </p:spTree>
  </p:cSld>
  <p:clrMapOvr>
    <a:masterClrMapping/>
  </p:clrMapOvr>
  <p:transition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1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404" name="Picture 4">
            <a:extLst>
              <a:ext uri="{FF2B5EF4-FFF2-40B4-BE49-F238E27FC236}">
                <a16:creationId xmlns:a16="http://schemas.microsoft.com/office/drawing/2014/main" id="{75BAD195-F6B2-D7D0-3E36-C85479485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0405" name="Text Box 5">
            <a:extLst>
              <a:ext uri="{FF2B5EF4-FFF2-40B4-BE49-F238E27FC236}">
                <a16:creationId xmlns:a16="http://schemas.microsoft.com/office/drawing/2014/main" id="{6EECC915-D202-7438-6F33-59F0500FA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524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Guardian Askook Attacks!</a:t>
            </a:r>
          </a:p>
        </p:txBody>
      </p:sp>
      <p:sp>
        <p:nvSpPr>
          <p:cNvPr id="230406" name="Text Box 6">
            <a:extLst>
              <a:ext uri="{FF2B5EF4-FFF2-40B4-BE49-F238E27FC236}">
                <a16:creationId xmlns:a16="http://schemas.microsoft.com/office/drawing/2014/main" id="{262165A0-0D34-4095-F975-1B98B0594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648200"/>
            <a:ext cx="190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3" action="ppaction://hlinksldjump"/>
              </a:rPr>
              <a:t>-attack</a:t>
            </a:r>
            <a:endParaRPr lang="en-US" altLang="en-US"/>
          </a:p>
        </p:txBody>
      </p:sp>
      <p:sp>
        <p:nvSpPr>
          <p:cNvPr id="230407" name="Text Box 7">
            <a:extLst>
              <a:ext uri="{FF2B5EF4-FFF2-40B4-BE49-F238E27FC236}">
                <a16:creationId xmlns:a16="http://schemas.microsoft.com/office/drawing/2014/main" id="{E93AA74B-D05B-F3BC-4639-1CB86F81D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9530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-limit</a:t>
            </a:r>
            <a:endParaRPr lang="en-US" altLang="en-US"/>
          </a:p>
        </p:txBody>
      </p:sp>
      <p:sp>
        <p:nvSpPr>
          <p:cNvPr id="230408" name="Text Box 8">
            <a:extLst>
              <a:ext uri="{FF2B5EF4-FFF2-40B4-BE49-F238E27FC236}">
                <a16:creationId xmlns:a16="http://schemas.microsoft.com/office/drawing/2014/main" id="{274BB16B-247C-8F07-46C8-3CEAD699B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2578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5" action="ppaction://hlinksldjump"/>
              </a:rPr>
              <a:t>-flee</a:t>
            </a:r>
            <a:endParaRPr lang="en-US" altLang="en-US"/>
          </a:p>
        </p:txBody>
      </p:sp>
      <p:sp>
        <p:nvSpPr>
          <p:cNvPr id="230409" name="Freeform 9">
            <a:extLst>
              <a:ext uri="{FF2B5EF4-FFF2-40B4-BE49-F238E27FC236}">
                <a16:creationId xmlns:a16="http://schemas.microsoft.com/office/drawing/2014/main" id="{39914E64-2AE5-7E3F-5D62-404FE32854F7}"/>
              </a:ext>
            </a:extLst>
          </p:cNvPr>
          <p:cNvSpPr>
            <a:spLocks/>
          </p:cNvSpPr>
          <p:nvPr/>
        </p:nvSpPr>
        <p:spPr bwMode="auto">
          <a:xfrm>
            <a:off x="957263" y="1219200"/>
            <a:ext cx="642937" cy="228600"/>
          </a:xfrm>
          <a:custGeom>
            <a:avLst/>
            <a:gdLst>
              <a:gd name="T0" fmla="*/ 0 w 405"/>
              <a:gd name="T1" fmla="*/ 37 h 144"/>
              <a:gd name="T2" fmla="*/ 64 w 405"/>
              <a:gd name="T3" fmla="*/ 9 h 144"/>
              <a:gd name="T4" fmla="*/ 405 w 405"/>
              <a:gd name="T5" fmla="*/ 0 h 144"/>
              <a:gd name="T6" fmla="*/ 405 w 405"/>
              <a:gd name="T7" fmla="*/ 144 h 144"/>
              <a:gd name="T8" fmla="*/ 69 w 405"/>
              <a:gd name="T9" fmla="*/ 144 h 144"/>
              <a:gd name="T10" fmla="*/ 21 w 405"/>
              <a:gd name="T11" fmla="*/ 9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5" h="144">
                <a:moveTo>
                  <a:pt x="0" y="37"/>
                </a:moveTo>
                <a:cubicBezTo>
                  <a:pt x="54" y="25"/>
                  <a:pt x="35" y="38"/>
                  <a:pt x="64" y="9"/>
                </a:cubicBezTo>
                <a:lnTo>
                  <a:pt x="405" y="0"/>
                </a:lnTo>
                <a:lnTo>
                  <a:pt x="405" y="144"/>
                </a:lnTo>
                <a:lnTo>
                  <a:pt x="69" y="144"/>
                </a:lnTo>
                <a:lnTo>
                  <a:pt x="21" y="96"/>
                </a:lnTo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0410" name="Text Box 10">
            <a:extLst>
              <a:ext uri="{FF2B5EF4-FFF2-40B4-BE49-F238E27FC236}">
                <a16:creationId xmlns:a16="http://schemas.microsoft.com/office/drawing/2014/main" id="{32277FA1-9995-C83C-F791-EBDD8CEB7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33400"/>
            <a:ext cx="457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45</a:t>
            </a:r>
          </a:p>
        </p:txBody>
      </p:sp>
    </p:spTree>
  </p:cSld>
  <p:clrMapOvr>
    <a:masterClrMapping/>
  </p:clrMapOvr>
  <p:transition spd="slow" advClick="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5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428" name="Picture 4">
            <a:extLst>
              <a:ext uri="{FF2B5EF4-FFF2-40B4-BE49-F238E27FC236}">
                <a16:creationId xmlns:a16="http://schemas.microsoft.com/office/drawing/2014/main" id="{8973D18A-6DEB-F1B6-A943-6E028E4A0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96400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429" name="Picture 5">
            <a:extLst>
              <a:ext uri="{FF2B5EF4-FFF2-40B4-BE49-F238E27FC236}">
                <a16:creationId xmlns:a16="http://schemas.microsoft.com/office/drawing/2014/main" id="{51ACA47C-8F81-FAE2-9409-16366272A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114800"/>
            <a:ext cx="5048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1430" name="Text Box 6">
            <a:extLst>
              <a:ext uri="{FF2B5EF4-FFF2-40B4-BE49-F238E27FC236}">
                <a16:creationId xmlns:a16="http://schemas.microsoft.com/office/drawing/2014/main" id="{8CA427A1-795A-F449-18AA-062BA37C3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28600"/>
            <a:ext cx="14478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Ow…</a:t>
            </a:r>
          </a:p>
        </p:txBody>
      </p:sp>
    </p:spTree>
  </p:cSld>
  <p:clrMapOvr>
    <a:masterClrMapping/>
  </p:clrMapOvr>
  <p:transition advClick="0"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88889E-6 8.43931E-6 C -0.01006 8.43931E-6 -0.01996 8.43931E-6 -0.03003 8.43931E-6 L -0.41579 -0.00115 L -0.84079 -0.61156 L -0.69079 -0.40069 L -0.66579 -0.58936 L -0.83246 -0.42288 L -0.69079 -0.40069 L -0.66579 -0.58936 L -0.82413 -0.60046 L -0.83246 -0.42288 L -0.74913 -0.63375 L -0.75746 -0.3452 L -0.66579 -0.52277 L -0.86579 -0.51167 L -0.80746 -0.00115 L -0.01579 0.00995 " pathEditMode="relative" ptsTypes="fAAAAAAAAAAAAAAAA">
                                      <p:cBhvr>
                                        <p:cTn id="6" dur="5000" fill="hold"/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30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452" name="Picture 4">
            <a:extLst>
              <a:ext uri="{FF2B5EF4-FFF2-40B4-BE49-F238E27FC236}">
                <a16:creationId xmlns:a16="http://schemas.microsoft.com/office/drawing/2014/main" id="{D37227B8-ECEA-724C-B540-95D78E37D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453" name="Picture 5">
            <a:extLst>
              <a:ext uri="{FF2B5EF4-FFF2-40B4-BE49-F238E27FC236}">
                <a16:creationId xmlns:a16="http://schemas.microsoft.com/office/drawing/2014/main" id="{EE30E10B-EB29-8333-9C30-AE5C33FF6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752600"/>
            <a:ext cx="5667375" cy="360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xit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476" name="Picture 4">
            <a:extLst>
              <a:ext uri="{FF2B5EF4-FFF2-40B4-BE49-F238E27FC236}">
                <a16:creationId xmlns:a16="http://schemas.microsoft.com/office/drawing/2014/main" id="{AA55B967-4E9B-5683-8148-EDA3BFA68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3482" name="Text Box 10">
            <a:extLst>
              <a:ext uri="{FF2B5EF4-FFF2-40B4-BE49-F238E27FC236}">
                <a16:creationId xmlns:a16="http://schemas.microsoft.com/office/drawing/2014/main" id="{AE40767E-9861-6E5E-CF79-B631477EA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2192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Click here to continue…</a:t>
            </a:r>
            <a:endParaRPr lang="en-US" altLang="en-US"/>
          </a:p>
        </p:txBody>
      </p:sp>
      <p:pic>
        <p:nvPicPr>
          <p:cNvPr id="233483" name="Ffvictory.mid">
            <a:hlinkClick r:id="" action="ppaction://media"/>
            <a:extLst>
              <a:ext uri="{FF2B5EF4-FFF2-40B4-BE49-F238E27FC236}">
                <a16:creationId xmlns:a16="http://schemas.microsoft.com/office/drawing/2014/main" id="{A27A05D9-A038-20F7-FACA-7E7F96FAEF6D}"/>
              </a:ext>
            </a:extLst>
          </p:cNvPr>
          <p:cNvPicPr>
            <a:picLocks noRot="1" noChangeAspect="1" noChangeArrowheads="1"/>
          </p:cNvPicPr>
          <p:nvPr>
            <a:audioFile r:link="rId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2590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5287" fill="hold"/>
                                        <p:tgtEl>
                                          <p:spTgt spid="2334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3483"/>
                </p:tgtEl>
              </p:cMediaNode>
            </p:audio>
          </p:childTnLst>
        </p:cTn>
      </p:par>
    </p:tnLst>
    <p:bldLst>
      <p:bldP spid="233482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498" name="Picture 2">
            <a:extLst>
              <a:ext uri="{FF2B5EF4-FFF2-40B4-BE49-F238E27FC236}">
                <a16:creationId xmlns:a16="http://schemas.microsoft.com/office/drawing/2014/main" id="{F92A2CFE-7317-640E-C49E-5BE21614D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96400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499" name="Picture 3">
            <a:extLst>
              <a:ext uri="{FF2B5EF4-FFF2-40B4-BE49-F238E27FC236}">
                <a16:creationId xmlns:a16="http://schemas.microsoft.com/office/drawing/2014/main" id="{165DDB96-DC2B-2C0C-9586-DCD5A244D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114800"/>
            <a:ext cx="5048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501" name="Oval 5">
            <a:extLst>
              <a:ext uri="{FF2B5EF4-FFF2-40B4-BE49-F238E27FC236}">
                <a16:creationId xmlns:a16="http://schemas.microsoft.com/office/drawing/2014/main" id="{FA71E849-2E44-0EA6-564C-FA09846DA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3434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4504" name="Line 8">
            <a:extLst>
              <a:ext uri="{FF2B5EF4-FFF2-40B4-BE49-F238E27FC236}">
                <a16:creationId xmlns:a16="http://schemas.microsoft.com/office/drawing/2014/main" id="{9BD13CD0-86E5-DE63-527C-2C6E2A9907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0" y="-228600"/>
            <a:ext cx="7696200" cy="39624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4505" name="Line 9">
            <a:extLst>
              <a:ext uri="{FF2B5EF4-FFF2-40B4-BE49-F238E27FC236}">
                <a16:creationId xmlns:a16="http://schemas.microsoft.com/office/drawing/2014/main" id="{865A8B25-9B47-43FA-AB10-64BF77F3EF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-457200" y="1828800"/>
            <a:ext cx="8153400" cy="198120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4506" name="Line 10">
            <a:extLst>
              <a:ext uri="{FF2B5EF4-FFF2-40B4-BE49-F238E27FC236}">
                <a16:creationId xmlns:a16="http://schemas.microsoft.com/office/drawing/2014/main" id="{471D880E-D3E4-D392-036B-D4AC82E9C0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-304800" y="3429000"/>
            <a:ext cx="7924800" cy="457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4507" name="Line 11">
            <a:extLst>
              <a:ext uri="{FF2B5EF4-FFF2-40B4-BE49-F238E27FC236}">
                <a16:creationId xmlns:a16="http://schemas.microsoft.com/office/drawing/2014/main" id="{EB4F8F04-0483-BF67-F7D3-DFEA8A08C2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-762000" y="685800"/>
            <a:ext cx="8382000" cy="3048000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4509" name="AutoShape 13">
            <a:extLst>
              <a:ext uri="{FF2B5EF4-FFF2-40B4-BE49-F238E27FC236}">
                <a16:creationId xmlns:a16="http://schemas.microsoft.com/office/drawing/2014/main" id="{538D174F-C629-B9FF-C4EB-176E30F2E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0"/>
            <a:ext cx="1219200" cy="1143000"/>
          </a:xfrm>
          <a:prstGeom prst="star4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4510" name="AutoShape 14">
            <a:extLst>
              <a:ext uri="{FF2B5EF4-FFF2-40B4-BE49-F238E27FC236}">
                <a16:creationId xmlns:a16="http://schemas.microsoft.com/office/drawing/2014/main" id="{6158ED1D-6A53-EEFA-948B-5BA6A10F5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1000" y="1524000"/>
            <a:ext cx="1219200" cy="1143000"/>
          </a:xfrm>
          <a:prstGeom prst="star4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4511" name="AutoShape 15">
            <a:extLst>
              <a:ext uri="{FF2B5EF4-FFF2-40B4-BE49-F238E27FC236}">
                <a16:creationId xmlns:a16="http://schemas.microsoft.com/office/drawing/2014/main" id="{12E381AA-3299-DD4E-0613-D9905C0EF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8600" y="228600"/>
            <a:ext cx="1219200" cy="1143000"/>
          </a:xfrm>
          <a:prstGeom prst="star4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4512" name="AutoShape 16">
            <a:extLst>
              <a:ext uri="{FF2B5EF4-FFF2-40B4-BE49-F238E27FC236}">
                <a16:creationId xmlns:a16="http://schemas.microsoft.com/office/drawing/2014/main" id="{E5978AD9-783B-C5F9-6AAF-810BFAFB7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524000"/>
            <a:ext cx="1219200" cy="1143000"/>
          </a:xfrm>
          <a:prstGeom prst="star4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4513" name="AutoShape 17">
            <a:extLst>
              <a:ext uri="{FF2B5EF4-FFF2-40B4-BE49-F238E27FC236}">
                <a16:creationId xmlns:a16="http://schemas.microsoft.com/office/drawing/2014/main" id="{F7A5B104-0155-5773-2FC7-93989981E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0"/>
            <a:ext cx="1219200" cy="1143000"/>
          </a:xfrm>
          <a:prstGeom prst="star4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4514" name="Rectangle 18">
            <a:hlinkClick r:id="rId4" action="ppaction://hlinksldjump"/>
            <a:extLst>
              <a:ext uri="{FF2B5EF4-FFF2-40B4-BE49-F238E27FC236}">
                <a16:creationId xmlns:a16="http://schemas.microsoft.com/office/drawing/2014/main" id="{A002E46B-7FAE-B6E6-38D5-76DFE05D3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-838200"/>
            <a:ext cx="10287000" cy="792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5.78035E-7 L -3.33333E-6 -0.08879 " pathEditMode="relative" ptsTypes="AA">
                                      <p:cBhvr>
                                        <p:cTn id="6" dur="50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8879 L -3.33333E-6 -0.9655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7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234501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95445 L -0.8 -0.41064 " pathEditMode="relative" ptsTypes="AA">
                                      <p:cBhvr>
                                        <p:cTn id="31" dur="10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0"/>
                                            </p:cond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3"/>
                                            </p:cond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4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7"/>
                                            </p:cond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45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5"/>
                                            </p:cond>
                                          </p:stCondLst>
                                        </p:cTn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4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9"/>
                                            </p:cond>
                                          </p:stCondLst>
                                        </p:cTn>
                                        <p:tgtEl>
                                          <p:spTgt spid="23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26" name="Picture 6">
            <a:extLst>
              <a:ext uri="{FF2B5EF4-FFF2-40B4-BE49-F238E27FC236}">
                <a16:creationId xmlns:a16="http://schemas.microsoft.com/office/drawing/2014/main" id="{695E25F9-65CF-BF5A-E55A-70FB5205D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96400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27" name="Picture 7">
            <a:extLst>
              <a:ext uri="{FF2B5EF4-FFF2-40B4-BE49-F238E27FC236}">
                <a16:creationId xmlns:a16="http://schemas.microsoft.com/office/drawing/2014/main" id="{7E90821B-ACF2-4A51-00E5-0CEAF13A0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962400"/>
            <a:ext cx="5048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28" name="Text Box 8">
            <a:extLst>
              <a:ext uri="{FF2B5EF4-FFF2-40B4-BE49-F238E27FC236}">
                <a16:creationId xmlns:a16="http://schemas.microsoft.com/office/drawing/2014/main" id="{31A36BDF-13CD-0651-1F5A-DEDD943D1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334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Can’t flee!</a:t>
            </a:r>
          </a:p>
        </p:txBody>
      </p:sp>
      <p:sp>
        <p:nvSpPr>
          <p:cNvPr id="235529" name="Text Box 9">
            <a:extLst>
              <a:ext uri="{FF2B5EF4-FFF2-40B4-BE49-F238E27FC236}">
                <a16:creationId xmlns:a16="http://schemas.microsoft.com/office/drawing/2014/main" id="{078F42E5-0EA6-E750-0007-5DFA12ECE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914400"/>
            <a:ext cx="2590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4" action="ppaction://hlinksldjump"/>
              </a:rPr>
              <a:t>Click here to continue…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5.49133E-6 L 0.14167 -0.18868 " pathEditMode="relative" ptsTypes="AA">
                                      <p:cBhvr>
                                        <p:cTn id="6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8" grpId="0"/>
      <p:bldP spid="235529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548" name="Picture 4">
            <a:extLst>
              <a:ext uri="{FF2B5EF4-FFF2-40B4-BE49-F238E27FC236}">
                <a16:creationId xmlns:a16="http://schemas.microsoft.com/office/drawing/2014/main" id="{9DC21A6E-63BE-8840-C824-E48499A35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96400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549" name="Picture 5">
            <a:extLst>
              <a:ext uri="{FF2B5EF4-FFF2-40B4-BE49-F238E27FC236}">
                <a16:creationId xmlns:a16="http://schemas.microsoft.com/office/drawing/2014/main" id="{FAB1EB35-1E0F-6942-72AD-9BDE6D2F0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667000"/>
            <a:ext cx="5048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6552" name="Text Box 8">
            <a:extLst>
              <a:ext uri="{FF2B5EF4-FFF2-40B4-BE49-F238E27FC236}">
                <a16:creationId xmlns:a16="http://schemas.microsoft.com/office/drawing/2014/main" id="{BE3EAB12-3F79-93B8-F7E0-613D54D4C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914400"/>
            <a:ext cx="449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36553" name="Text Box 9">
            <a:extLst>
              <a:ext uri="{FF2B5EF4-FFF2-40B4-BE49-F238E27FC236}">
                <a16:creationId xmlns:a16="http://schemas.microsoft.com/office/drawing/2014/main" id="{67DEAE0B-9D7C-A5D3-E47B-04BD32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52400"/>
            <a:ext cx="20574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Guardian Askook Unleashes </a:t>
            </a:r>
            <a:r>
              <a:rPr lang="en-US" altLang="en-US">
                <a:solidFill>
                  <a:srgbClr val="FF3300"/>
                </a:solidFill>
              </a:rPr>
              <a:t>INFINITY</a:t>
            </a:r>
            <a:endParaRPr lang="en-US" altLang="en-US"/>
          </a:p>
        </p:txBody>
      </p:sp>
      <p:sp>
        <p:nvSpPr>
          <p:cNvPr id="236557" name="Freeform 13">
            <a:extLst>
              <a:ext uri="{FF2B5EF4-FFF2-40B4-BE49-F238E27FC236}">
                <a16:creationId xmlns:a16="http://schemas.microsoft.com/office/drawing/2014/main" id="{83F42BE2-5D7B-2DF1-BAFA-6FA2F36FAA63}"/>
              </a:ext>
            </a:extLst>
          </p:cNvPr>
          <p:cNvSpPr>
            <a:spLocks/>
          </p:cNvSpPr>
          <p:nvPr/>
        </p:nvSpPr>
        <p:spPr bwMode="auto">
          <a:xfrm>
            <a:off x="-40309800" y="-822325"/>
            <a:ext cx="34442400" cy="6918325"/>
          </a:xfrm>
          <a:custGeom>
            <a:avLst/>
            <a:gdLst>
              <a:gd name="T0" fmla="*/ 15658 w 21696"/>
              <a:gd name="T1" fmla="*/ 0 h 4358"/>
              <a:gd name="T2" fmla="*/ 15830 w 21696"/>
              <a:gd name="T3" fmla="*/ 57 h 4358"/>
              <a:gd name="T4" fmla="*/ 16061 w 21696"/>
              <a:gd name="T5" fmla="*/ 172 h 4358"/>
              <a:gd name="T6" fmla="*/ 17270 w 21696"/>
              <a:gd name="T7" fmla="*/ 172 h 4358"/>
              <a:gd name="T8" fmla="*/ 21696 w 21696"/>
              <a:gd name="T9" fmla="*/ 2054 h 4358"/>
              <a:gd name="T10" fmla="*/ 16656 w 21696"/>
              <a:gd name="T11" fmla="*/ 4358 h 4358"/>
              <a:gd name="T12" fmla="*/ 0 w 21696"/>
              <a:gd name="T13" fmla="*/ 4358 h 4358"/>
              <a:gd name="T14" fmla="*/ 1392 w 21696"/>
              <a:gd name="T15" fmla="*/ 3926 h 4358"/>
              <a:gd name="T16" fmla="*/ 0 w 21696"/>
              <a:gd name="T17" fmla="*/ 3494 h 4358"/>
              <a:gd name="T18" fmla="*/ 1872 w 21696"/>
              <a:gd name="T19" fmla="*/ 2918 h 4358"/>
              <a:gd name="T20" fmla="*/ 720 w 21696"/>
              <a:gd name="T21" fmla="*/ 2342 h 4358"/>
              <a:gd name="T22" fmla="*/ 2448 w 21696"/>
              <a:gd name="T23" fmla="*/ 1718 h 4358"/>
              <a:gd name="T24" fmla="*/ 816 w 21696"/>
              <a:gd name="T25" fmla="*/ 902 h 4358"/>
              <a:gd name="T26" fmla="*/ 2880 w 21696"/>
              <a:gd name="T27" fmla="*/ 806 h 4358"/>
              <a:gd name="T28" fmla="*/ 1536 w 21696"/>
              <a:gd name="T29" fmla="*/ 182 h 4358"/>
              <a:gd name="T30" fmla="*/ 16848 w 21696"/>
              <a:gd name="T31" fmla="*/ 134 h 4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1696" h="4358">
                <a:moveTo>
                  <a:pt x="15658" y="0"/>
                </a:moveTo>
                <a:cubicBezTo>
                  <a:pt x="15715" y="19"/>
                  <a:pt x="15774" y="33"/>
                  <a:pt x="15830" y="57"/>
                </a:cubicBezTo>
                <a:cubicBezTo>
                  <a:pt x="15909" y="91"/>
                  <a:pt x="15975" y="165"/>
                  <a:pt x="16061" y="172"/>
                </a:cubicBezTo>
                <a:cubicBezTo>
                  <a:pt x="16463" y="204"/>
                  <a:pt x="16867" y="172"/>
                  <a:pt x="17270" y="172"/>
                </a:cubicBezTo>
                <a:lnTo>
                  <a:pt x="21696" y="2054"/>
                </a:lnTo>
                <a:lnTo>
                  <a:pt x="16656" y="4358"/>
                </a:lnTo>
                <a:lnTo>
                  <a:pt x="0" y="4358"/>
                </a:lnTo>
                <a:lnTo>
                  <a:pt x="1392" y="3926"/>
                </a:lnTo>
                <a:lnTo>
                  <a:pt x="0" y="3494"/>
                </a:lnTo>
                <a:lnTo>
                  <a:pt x="1872" y="2918"/>
                </a:lnTo>
                <a:lnTo>
                  <a:pt x="720" y="2342"/>
                </a:lnTo>
                <a:lnTo>
                  <a:pt x="2448" y="1718"/>
                </a:lnTo>
                <a:lnTo>
                  <a:pt x="816" y="902"/>
                </a:lnTo>
                <a:lnTo>
                  <a:pt x="2880" y="806"/>
                </a:lnTo>
                <a:lnTo>
                  <a:pt x="1536" y="182"/>
                </a:lnTo>
                <a:lnTo>
                  <a:pt x="16848" y="134"/>
                </a:lnTo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558" name="Text Box 14">
            <a:extLst>
              <a:ext uri="{FF2B5EF4-FFF2-40B4-BE49-F238E27FC236}">
                <a16:creationId xmlns:a16="http://schemas.microsoft.com/office/drawing/2014/main" id="{12C83E57-BA2F-DA49-C8C0-439B275FC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295400"/>
            <a:ext cx="21336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Player takes </a:t>
            </a:r>
            <a:r>
              <a:rPr lang="en-US" altLang="en-US">
                <a:solidFill>
                  <a:srgbClr val="FF3300"/>
                </a:solidFill>
              </a:rPr>
              <a:t>4,326,105 </a:t>
            </a:r>
            <a:r>
              <a:rPr lang="en-US" altLang="en-US"/>
              <a:t>Damage.</a:t>
            </a:r>
          </a:p>
        </p:txBody>
      </p:sp>
      <p:sp>
        <p:nvSpPr>
          <p:cNvPr id="236559" name="Text Box 15">
            <a:extLst>
              <a:ext uri="{FF2B5EF4-FFF2-40B4-BE49-F238E27FC236}">
                <a16:creationId xmlns:a16="http://schemas.microsoft.com/office/drawing/2014/main" id="{E6B7D331-F7A4-9C61-59F7-0D39B472E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86000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3300"/>
                </a:solidFill>
              </a:rPr>
              <a:t>+12</a:t>
            </a:r>
          </a:p>
        </p:txBody>
      </p:sp>
    </p:spTree>
  </p:cSld>
  <p:clrMapOvr>
    <a:masterClrMapping/>
  </p:clrMapOvr>
  <p:transition advClick="0" advTm="1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6.90834 -0.14445 " pathEditMode="relative" ptsTypes="AA">
                                      <p:cBhvr>
                                        <p:cTn id="10" dur="5000" fill="hold"/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2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2365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3" grpId="0"/>
      <p:bldP spid="236558" grpId="0"/>
      <p:bldP spid="236559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Text Box 2">
            <a:extLst>
              <a:ext uri="{FF2B5EF4-FFF2-40B4-BE49-F238E27FC236}">
                <a16:creationId xmlns:a16="http://schemas.microsoft.com/office/drawing/2014/main" id="{B82619FA-21DD-A0EF-DE11-7731738E1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33400"/>
            <a:ext cx="495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DED!!</a:t>
            </a:r>
          </a:p>
        </p:txBody>
      </p:sp>
      <p:pic>
        <p:nvPicPr>
          <p:cNvPr id="237571" name="Picture 3">
            <a:extLst>
              <a:ext uri="{FF2B5EF4-FFF2-40B4-BE49-F238E27FC236}">
                <a16:creationId xmlns:a16="http://schemas.microsoft.com/office/drawing/2014/main" id="{7C4073CE-2006-050F-BEA1-871C1CE66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51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7572" name="Text Box 4">
            <a:extLst>
              <a:ext uri="{FF2B5EF4-FFF2-40B4-BE49-F238E27FC236}">
                <a16:creationId xmlns:a16="http://schemas.microsoft.com/office/drawing/2014/main" id="{F71D0A8A-C63E-6EE5-33A7-FBD8842D9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762000"/>
            <a:ext cx="3962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You ded.</a:t>
            </a:r>
          </a:p>
        </p:txBody>
      </p:sp>
      <p:sp>
        <p:nvSpPr>
          <p:cNvPr id="237573" name="Text Box 5">
            <a:extLst>
              <a:ext uri="{FF2B5EF4-FFF2-40B4-BE49-F238E27FC236}">
                <a16:creationId xmlns:a16="http://schemas.microsoft.com/office/drawing/2014/main" id="{B6E22E87-8D06-10DE-4534-C67CEA7FB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3716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Press esc to exit.</a:t>
            </a:r>
          </a:p>
        </p:txBody>
      </p:sp>
      <p:pic>
        <p:nvPicPr>
          <p:cNvPr id="237574" name="Picture 6">
            <a:hlinkClick r:id="" action="ppaction://media"/>
            <a:extLst>
              <a:ext uri="{FF2B5EF4-FFF2-40B4-BE49-F238E27FC236}">
                <a16:creationId xmlns:a16="http://schemas.microsoft.com/office/drawing/2014/main" id="{5D6CB073-CECC-00D0-3E7A-A74B739EB1D3}"/>
              </a:ext>
            </a:extLst>
          </p:cNvPr>
          <p:cNvPicPr>
            <a:picLocks noRot="1" noChangeAspect="1" noChangeArrowheads="1"/>
          </p:cNvPicPr>
          <p:nvPr>
            <a:wavAudioFile r:embed="rId1" name="MSj03884740000[1].wav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48" fill="hold"/>
                                        <p:tgtEl>
                                          <p:spTgt spid="2375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23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7574"/>
                </p:tgtEl>
              </p:cMediaNode>
            </p:audio>
          </p:childTnLst>
        </p:cTn>
      </p:par>
    </p:tnLst>
    <p:bldLst>
      <p:bldP spid="237572" grpId="0"/>
      <p:bldP spid="237573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00" name="Rectangle 8">
            <a:extLst>
              <a:ext uri="{FF2B5EF4-FFF2-40B4-BE49-F238E27FC236}">
                <a16:creationId xmlns:a16="http://schemas.microsoft.com/office/drawing/2014/main" id="{7A236FD2-0172-8418-5AF1-55B6E2951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8602" name="Text Box 10">
            <a:extLst>
              <a:ext uri="{FF2B5EF4-FFF2-40B4-BE49-F238E27FC236}">
                <a16:creationId xmlns:a16="http://schemas.microsoft.com/office/drawing/2014/main" id="{3D192333-C317-429F-D8D5-7F6D24A6E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1000"/>
            <a:ext cx="45720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D83CCD"/>
                </a:solidFill>
              </a:rPr>
              <a:t>So the legends are true…You are the Hero of time™… it is, now your destiny to kill every stinkin’ goblin.</a:t>
            </a:r>
          </a:p>
        </p:txBody>
      </p:sp>
      <p:sp>
        <p:nvSpPr>
          <p:cNvPr id="238603" name="Text Box 11">
            <a:extLst>
              <a:ext uri="{FF2B5EF4-FFF2-40B4-BE49-F238E27FC236}">
                <a16:creationId xmlns:a16="http://schemas.microsoft.com/office/drawing/2014/main" id="{DF6CA3B4-48D4-8D41-67C8-4C5017698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447800"/>
            <a:ext cx="426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</a:rPr>
              <a:t>Aww, shiz…</a:t>
            </a:r>
          </a:p>
        </p:txBody>
      </p:sp>
      <p:sp>
        <p:nvSpPr>
          <p:cNvPr id="238604" name="Text Box 12">
            <a:extLst>
              <a:ext uri="{FF2B5EF4-FFF2-40B4-BE49-F238E27FC236}">
                <a16:creationId xmlns:a16="http://schemas.microsoft.com/office/drawing/2014/main" id="{DB467719-D00D-779E-A1A8-64C34FEDB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981200"/>
            <a:ext cx="5638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Don’t worry… if you die now, your stuff will end up in some museum.</a:t>
            </a:r>
          </a:p>
        </p:txBody>
      </p:sp>
      <p:sp>
        <p:nvSpPr>
          <p:cNvPr id="238605" name="Text Box 13">
            <a:extLst>
              <a:ext uri="{FF2B5EF4-FFF2-40B4-BE49-F238E27FC236}">
                <a16:creationId xmlns:a16="http://schemas.microsoft.com/office/drawing/2014/main" id="{70DB1F31-A43D-FBA4-184A-07A4B8980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819400"/>
            <a:ext cx="3124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</a:rPr>
              <a:t>Huh?</a:t>
            </a:r>
          </a:p>
        </p:txBody>
      </p:sp>
    </p:spTree>
  </p:cSld>
  <p:clrMapOvr>
    <a:masterClrMapping/>
  </p:clrMapOvr>
  <p:transition advClick="0"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602" grpId="0"/>
      <p:bldP spid="238603" grpId="0"/>
      <p:bldP spid="238604" grpId="0"/>
      <p:bldP spid="238605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20" name="Picture 4">
            <a:extLst>
              <a:ext uri="{FF2B5EF4-FFF2-40B4-BE49-F238E27FC236}">
                <a16:creationId xmlns:a16="http://schemas.microsoft.com/office/drawing/2014/main" id="{99FEA381-57A7-70FD-08B1-BD6EA5F6F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9621" name="Text Box 5">
            <a:extLst>
              <a:ext uri="{FF2B5EF4-FFF2-40B4-BE49-F238E27FC236}">
                <a16:creationId xmlns:a16="http://schemas.microsoft.com/office/drawing/2014/main" id="{D1C313B6-3464-51B7-32E7-750F9823F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6002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Hi</a:t>
            </a:r>
          </a:p>
        </p:txBody>
      </p:sp>
    </p:spTree>
  </p:cSld>
  <p:clrMapOvr>
    <a:masterClrMapping/>
  </p:clrMapOvr>
  <p:transition advClick="0" advTm="4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1" grpId="0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4" name="Text Box 4">
            <a:extLst>
              <a:ext uri="{FF2B5EF4-FFF2-40B4-BE49-F238E27FC236}">
                <a16:creationId xmlns:a16="http://schemas.microsoft.com/office/drawing/2014/main" id="{F0AA6AA8-D89C-12E8-D448-F96CA54F5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04800"/>
            <a:ext cx="609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hlinkClick r:id="rId2" action="ppaction://hlinksldjump"/>
              </a:rPr>
              <a:t>The End.</a:t>
            </a:r>
            <a:endParaRPr lang="en-US" altLang="en-US" sz="2400"/>
          </a:p>
        </p:txBody>
      </p:sp>
      <p:sp>
        <p:nvSpPr>
          <p:cNvPr id="240653" name="Text Box 13">
            <a:extLst>
              <a:ext uri="{FF2B5EF4-FFF2-40B4-BE49-F238E27FC236}">
                <a16:creationId xmlns:a16="http://schemas.microsoft.com/office/drawing/2014/main" id="{3B681B48-C89D-E872-E8FE-45360B559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371600"/>
            <a:ext cx="426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(press ESC to exit…)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0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53" grpId="0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668" name="Picture 4">
            <a:extLst>
              <a:ext uri="{FF2B5EF4-FFF2-40B4-BE49-F238E27FC236}">
                <a16:creationId xmlns:a16="http://schemas.microsoft.com/office/drawing/2014/main" id="{99BFD010-C3DD-B86D-3F06-D4D6686C6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667000"/>
            <a:ext cx="130492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69" name="Picture 5">
            <a:extLst>
              <a:ext uri="{FF2B5EF4-FFF2-40B4-BE49-F238E27FC236}">
                <a16:creationId xmlns:a16="http://schemas.microsoft.com/office/drawing/2014/main" id="{83A19D4D-CAE9-F135-CDA0-68653A71B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0"/>
            <a:ext cx="86677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70" name="Picture 6">
            <a:extLst>
              <a:ext uri="{FF2B5EF4-FFF2-40B4-BE49-F238E27FC236}">
                <a16:creationId xmlns:a16="http://schemas.microsoft.com/office/drawing/2014/main" id="{91AECB12-A272-120D-FB50-3D01FED70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0"/>
            <a:ext cx="2076450" cy="132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71" name="Picture 7">
            <a:extLst>
              <a:ext uri="{FF2B5EF4-FFF2-40B4-BE49-F238E27FC236}">
                <a16:creationId xmlns:a16="http://schemas.microsoft.com/office/drawing/2014/main" id="{268CBB59-501E-FAC0-46A9-6651AE8F1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1219200"/>
            <a:ext cx="46482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72" name="Picture 8">
            <a:extLst>
              <a:ext uri="{FF2B5EF4-FFF2-40B4-BE49-F238E27FC236}">
                <a16:creationId xmlns:a16="http://schemas.microsoft.com/office/drawing/2014/main" id="{04DB60FD-F10F-8DB6-EDDF-76EF578A7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267200"/>
            <a:ext cx="1397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73" name="Picture 9">
            <a:extLst>
              <a:ext uri="{FF2B5EF4-FFF2-40B4-BE49-F238E27FC236}">
                <a16:creationId xmlns:a16="http://schemas.microsoft.com/office/drawing/2014/main" id="{D6FA79C1-F823-E2ED-9FE9-9C9E8F268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09800"/>
            <a:ext cx="752475" cy="544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1674" name="Text Box 10">
            <a:extLst>
              <a:ext uri="{FF2B5EF4-FFF2-40B4-BE49-F238E27FC236}">
                <a16:creationId xmlns:a16="http://schemas.microsoft.com/office/drawing/2014/main" id="{F6C32CE4-74B6-0818-B366-9B3CE5F75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0"/>
            <a:ext cx="3581400" cy="862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Credits—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Executive Producer-Shiny Yang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Main programmer- Shiny Yang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Art director- Shiny Yang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Monster Design- Shiny Yang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Ethics Director- Brian Goddard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Battle Programmer- Shiny Yang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-Music-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Theme song- “Jesu, joy of man’s desire” by Baby Einstein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Rock’s song- “Trogdor” by Strong Bad.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Victory song- “FF1 fanfare by anonymous at Vgmusic.com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Special thanks-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David, Brian and Mr. Mullins.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May 20</a:t>
            </a:r>
            <a:r>
              <a:rPr lang="en-US" altLang="en-US" baseline="30000"/>
              <a:t>th,</a:t>
            </a:r>
            <a:r>
              <a:rPr lang="en-US" altLang="en-US"/>
              <a:t> 2005, SPOTCO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-=Thanks 4 Playing=-</a:t>
            </a:r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pic>
        <p:nvPicPr>
          <p:cNvPr id="241675" name="Picture 11">
            <a:extLst>
              <a:ext uri="{FF2B5EF4-FFF2-40B4-BE49-F238E27FC236}">
                <a16:creationId xmlns:a16="http://schemas.microsoft.com/office/drawing/2014/main" id="{9671DA51-282E-E211-5905-20A847657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495800"/>
            <a:ext cx="4800600" cy="322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76" name="Picture 12">
            <a:extLst>
              <a:ext uri="{FF2B5EF4-FFF2-40B4-BE49-F238E27FC236}">
                <a16:creationId xmlns:a16="http://schemas.microsoft.com/office/drawing/2014/main" id="{94EB3EB7-15F4-506A-B250-DFFD66AD0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8" y="1752600"/>
            <a:ext cx="776287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1678" name="Text Box 14">
            <a:extLst>
              <a:ext uri="{FF2B5EF4-FFF2-40B4-BE49-F238E27FC236}">
                <a16:creationId xmlns:a16="http://schemas.microsoft.com/office/drawing/2014/main" id="{F2D1BE80-BE78-D5D8-0030-B3F04E1DF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743200"/>
            <a:ext cx="26670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hlinkClick r:id="rId10" action="ppaction://hlinksldjump"/>
              </a:rPr>
              <a:t>Bye.</a:t>
            </a: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1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74" grpId="0"/>
      <p:bldP spid="241678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2248</TotalTime>
  <Words>1597</Words>
  <Application>Microsoft Office PowerPoint</Application>
  <PresentationFormat>On-screen Show (4:3)</PresentationFormat>
  <Paragraphs>386</Paragraphs>
  <Slides>201</Slides>
  <Notes>0</Notes>
  <HiddenSlides>0</HiddenSlides>
  <MMClips>11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201</vt:i4>
      </vt:variant>
    </vt:vector>
  </HeadingPairs>
  <TitlesOfParts>
    <vt:vector size="204" baseType="lpstr">
      <vt:lpstr>Arial</vt:lpstr>
      <vt:lpstr>Broadway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 magic/limit</vt:lpstr>
      <vt:lpstr>PowerPoint Presentation</vt:lpstr>
      <vt:lpstr>PowerPoint Presentation</vt:lpstr>
      <vt:lpstr>PowerPoint Presentation</vt:lpstr>
      <vt:lpstr>PowerPoint Presentation</vt:lpstr>
      <vt:lpstr>After Battle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Renton School District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yang.shiny</dc:creator>
  <cp:lastModifiedBy>Shiny Yang</cp:lastModifiedBy>
  <cp:revision>653</cp:revision>
  <dcterms:created xsi:type="dcterms:W3CDTF">2005-03-15T22:49:08Z</dcterms:created>
  <dcterms:modified xsi:type="dcterms:W3CDTF">2026-09-13T17:05:19Z</dcterms:modified>
</cp:coreProperties>
</file>